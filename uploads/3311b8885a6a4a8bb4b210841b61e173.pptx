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94342-BE7A-4AAF-B1A5-DD3B8E0BEFC2}" v="5" dt="2026-03-17T06:55:57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им Гульнар Амангельдыевна" userId="S::gakim@ku.edu.kz::b72cbb20-62a4-4ce6-b395-6a6528ca72b3" providerId="AD" clId="Web-{9DC94342-BE7A-4AAF-B1A5-DD3B8E0BEFC2}"/>
    <pc:docChg chg="modSld">
      <pc:chgData name="Ким Гульнар Амангельдыевна" userId="S::gakim@ku.edu.kz::b72cbb20-62a4-4ce6-b395-6a6528ca72b3" providerId="AD" clId="Web-{9DC94342-BE7A-4AAF-B1A5-DD3B8E0BEFC2}" dt="2026-03-17T06:55:57.513" v="4" actId="1076"/>
      <pc:docMkLst>
        <pc:docMk/>
      </pc:docMkLst>
      <pc:sldChg chg="modSp">
        <pc:chgData name="Ким Гульнар Амангельдыевна" userId="S::gakim@ku.edu.kz::b72cbb20-62a4-4ce6-b395-6a6528ca72b3" providerId="AD" clId="Web-{9DC94342-BE7A-4AAF-B1A5-DD3B8E0BEFC2}" dt="2026-03-17T06:55:57.513" v="4" actId="1076"/>
        <pc:sldMkLst>
          <pc:docMk/>
          <pc:sldMk cId="3928332003" sldId="266"/>
        </pc:sldMkLst>
        <pc:picChg chg="mod">
          <ac:chgData name="Ким Гульнар Амангельдыевна" userId="S::gakim@ku.edu.kz::b72cbb20-62a4-4ce6-b395-6a6528ca72b3" providerId="AD" clId="Web-{9DC94342-BE7A-4AAF-B1A5-DD3B8E0BEFC2}" dt="2026-03-17T06:55:43.996" v="1" actId="1076"/>
          <ac:picMkLst>
            <pc:docMk/>
            <pc:sldMk cId="3928332003" sldId="266"/>
            <ac:picMk id="6" creationId="{00000000-0000-0000-0000-000000000000}"/>
          </ac:picMkLst>
        </pc:picChg>
        <pc:picChg chg="mod">
          <ac:chgData name="Ким Гульнар Амангельдыевна" userId="S::gakim@ku.edu.kz::b72cbb20-62a4-4ce6-b395-6a6528ca72b3" providerId="AD" clId="Web-{9DC94342-BE7A-4AAF-B1A5-DD3B8E0BEFC2}" dt="2026-03-17T06:55:55.184" v="3" actId="1076"/>
          <ac:picMkLst>
            <pc:docMk/>
            <pc:sldMk cId="3928332003" sldId="266"/>
            <ac:picMk id="7" creationId="{00000000-0000-0000-0000-000000000000}"/>
          </ac:picMkLst>
        </pc:picChg>
        <pc:picChg chg="mod">
          <ac:chgData name="Ким Гульнар Амангельдыевна" userId="S::gakim@ku.edu.kz::b72cbb20-62a4-4ce6-b395-6a6528ca72b3" providerId="AD" clId="Web-{9DC94342-BE7A-4AAF-B1A5-DD3B8E0BEFC2}" dt="2026-03-17T06:55:57.513" v="4" actId="1076"/>
          <ac:picMkLst>
            <pc:docMk/>
            <pc:sldMk cId="3928332003" sldId="266"/>
            <ac:picMk id="8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08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43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16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52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3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29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64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89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74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64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72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2AEF5-C93D-4D6C-B107-6D2A324CF41C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11917-E1D5-430E-91FE-764C8E1CF4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3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7312" y="2450705"/>
            <a:ext cx="80781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SYSTEMS OF LINEAR ALGEBRAIC EQUATIONS</a:t>
            </a:r>
          </a:p>
        </p:txBody>
      </p:sp>
    </p:spTree>
    <p:extLst>
      <p:ext uri="{BB962C8B-B14F-4D97-AF65-F5344CB8AC3E}">
        <p14:creationId xmlns:p14="http://schemas.microsoft.com/office/powerpoint/2010/main" val="297404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5372" y="1190773"/>
            <a:ext cx="95810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941" y="2687054"/>
            <a:ext cx="6015228" cy="295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36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195" r="11918"/>
          <a:stretch/>
        </p:blipFill>
        <p:spPr>
          <a:xfrm>
            <a:off x="1592594" y="879231"/>
            <a:ext cx="2209517" cy="7033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02111" y="879231"/>
            <a:ext cx="2696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61846" y="1706785"/>
            <a:ext cx="60524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594" y="2593693"/>
            <a:ext cx="1692650" cy="4836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85244" y="2534339"/>
            <a:ext cx="5708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1564331" y="3390428"/>
            <a:ext cx="94730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92594" y="4596185"/>
            <a:ext cx="96664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317" y="5086257"/>
            <a:ext cx="1541268" cy="6927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594" y="1750647"/>
            <a:ext cx="570314" cy="53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3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22137" y="659396"/>
            <a:ext cx="93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230" y="482797"/>
            <a:ext cx="3229847" cy="20807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3173" y="751729"/>
            <a:ext cx="4161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32" y="2227770"/>
            <a:ext cx="1509360" cy="24395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13292" y="3100670"/>
            <a:ext cx="5854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999" y="2838367"/>
            <a:ext cx="724001" cy="11812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374" y="4567835"/>
            <a:ext cx="1222918" cy="1995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199734" y="5264945"/>
            <a:ext cx="5203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5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4031" y="703275"/>
            <a:ext cx="100349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(n-1)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so-called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denoted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166" y="2373638"/>
            <a:ext cx="4672404" cy="23869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84030" y="4692887"/>
            <a:ext cx="102459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identities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equation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A*X=B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these values of unknown variables, it also turns into an identity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A*X≡B.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610" y="5210076"/>
            <a:ext cx="2790390" cy="36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3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63168" y="660368"/>
            <a:ext cx="10411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 a system of equations has at least one solution, then it is called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 joint one.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If the system of equations has no solutions, then it is called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incompatible.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If a system of linear algebraic expressions has a single solution, then it is called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definite;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if there are more than one solutions, then it is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indefinite.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46048" y="3461110"/>
            <a:ext cx="101925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 the free terms of all the equations of the system are zero                                 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      , then the system is called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homogeneous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otherwise it is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inhomogeneous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 l="12346" t="65242" r="78354" b="31339"/>
          <a:stretch>
            <a:fillRect/>
          </a:stretch>
        </p:blipFill>
        <p:spPr bwMode="auto">
          <a:xfrm>
            <a:off x="1195768" y="3955765"/>
            <a:ext cx="2352104" cy="433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16809" y="537710"/>
            <a:ext cx="8922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Solving elementary systems of linear algebraic equations.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353660" y="1269230"/>
            <a:ext cx="7646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Solving systems of linear equations by Cramer’s method.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00912" y="2118283"/>
            <a:ext cx="9460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we need to solve a system of linear algebraic equations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 l="9515" t="67863" r="71138" b="19658"/>
          <a:stretch>
            <a:fillRect/>
          </a:stretch>
        </p:blipFill>
        <p:spPr bwMode="auto">
          <a:xfrm>
            <a:off x="3107372" y="2814256"/>
            <a:ext cx="6438964" cy="2324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Прямоугольник 8"/>
          <p:cNvSpPr/>
          <p:nvPr/>
        </p:nvSpPr>
        <p:spPr>
          <a:xfrm>
            <a:off x="890016" y="5491079"/>
            <a:ext cx="103388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which the number of equations is equal to the number of unknown variables and the determinant of the main matrix of the system is nonzero, that is, </a:t>
            </a:r>
            <a:r>
              <a:rPr lang="en-US" sz="2400" dirty="0">
                <a:latin typeface="Algerian"/>
                <a:cs typeface="Times New Roman" pitchFamily="18" charset="0"/>
              </a:rPr>
              <a:t>|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>
                <a:latin typeface="Algerian"/>
                <a:cs typeface="Times New Roman" pitchFamily="18" charset="0"/>
              </a:rPr>
              <a:t> |≠0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20261" y="841775"/>
            <a:ext cx="102635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1st, 2nd, ..., </a:t>
            </a:r>
            <a:r>
              <a:rPr lang="ru-RU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40" y="841775"/>
            <a:ext cx="479929" cy="4799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38" y="1321704"/>
            <a:ext cx="2561493" cy="48860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881" y="2859901"/>
            <a:ext cx="7567223" cy="35584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8522" y="753851"/>
            <a:ext cx="101228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997" y="2051400"/>
            <a:ext cx="4445926" cy="8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4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8522" y="661574"/>
            <a:ext cx="95074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352" y="661574"/>
            <a:ext cx="2623879" cy="170066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78521" y="3338789"/>
            <a:ext cx="1008770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74" y="3128529"/>
            <a:ext cx="2700449" cy="161703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200" y="4840451"/>
            <a:ext cx="6240653" cy="191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76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13692" y="744975"/>
            <a:ext cx="10140461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nonzero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by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144" y="2055540"/>
            <a:ext cx="2199271" cy="6305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52" y="2605118"/>
            <a:ext cx="711105" cy="76313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774" y="3209216"/>
            <a:ext cx="1087723" cy="180098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9125" y="4388672"/>
            <a:ext cx="759096" cy="62625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029" y="5507710"/>
            <a:ext cx="561393" cy="57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32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453" y="523270"/>
            <a:ext cx="7137085" cy="575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8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52494" y="887996"/>
            <a:ext cx="50392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93" y="1636056"/>
            <a:ext cx="3931365" cy="10543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898" y="2690445"/>
            <a:ext cx="3288323" cy="309489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691898" y="5785338"/>
            <a:ext cx="13150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067" y="5785338"/>
            <a:ext cx="3075548" cy="62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55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46737" y="1808929"/>
            <a:ext cx="89622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543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71953" y="578005"/>
            <a:ext cx="927881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85093" y="2270776"/>
            <a:ext cx="99997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nonzero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675" y="3046447"/>
            <a:ext cx="1519054" cy="52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2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60227" y="1054965"/>
            <a:ext cx="963050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invertible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times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542" y="1054965"/>
            <a:ext cx="814427" cy="49693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94" y="1551904"/>
            <a:ext cx="539493" cy="47032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424" y="2117528"/>
            <a:ext cx="1125468" cy="40798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4730" y="2088950"/>
            <a:ext cx="514394" cy="54868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449" y="3304877"/>
            <a:ext cx="4861151" cy="50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38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37134" y="624226"/>
            <a:ext cx="17588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37134" y="1644134"/>
            <a:ext cx="103909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177" y="1211041"/>
            <a:ext cx="2395638" cy="166584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37134" y="3226749"/>
            <a:ext cx="1356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37134" y="3997832"/>
            <a:ext cx="6083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Rewrite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794" y="4701502"/>
            <a:ext cx="5140757" cy="133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52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275665" y="624226"/>
            <a:ext cx="527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21" y="528600"/>
            <a:ext cx="5992694" cy="173981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275665" y="2949750"/>
            <a:ext cx="98378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321" y="4290535"/>
            <a:ext cx="6303570" cy="198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64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01615" y="749496"/>
            <a:ext cx="94546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955" y="749496"/>
            <a:ext cx="493859" cy="4389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304" y="1580493"/>
            <a:ext cx="5430008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03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07122" y="1472642"/>
            <a:ext cx="941949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remains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-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multiplying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962" y="548588"/>
            <a:ext cx="1202038" cy="137173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3727"/>
          <a:stretch/>
        </p:blipFill>
        <p:spPr>
          <a:xfrm>
            <a:off x="5820508" y="2244317"/>
            <a:ext cx="2725615" cy="205420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291" y="4855118"/>
            <a:ext cx="1173355" cy="156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53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55" y="340864"/>
            <a:ext cx="4800600" cy="411287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11858" y="5026421"/>
            <a:ext cx="13150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294" y="4303922"/>
            <a:ext cx="1846385" cy="144499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03063" y="4919308"/>
            <a:ext cx="2464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583" y="4796296"/>
            <a:ext cx="3919501" cy="58467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934023" y="5706659"/>
            <a:ext cx="103690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especially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3991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c9850f7326ade84be57ef81e27f6f754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6e8693cb747e8d9ce14c760feb681e9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30FA2A3-DFDA-4D83-A010-2DA4DC9CF6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E75067-EFC3-4D9A-9A93-A38D0536B978}"/>
</file>

<file path=customXml/itemProps3.xml><?xml version="1.0" encoding="utf-8"?>
<ds:datastoreItem xmlns:ds="http://schemas.openxmlformats.org/officeDocument/2006/customXml" ds:itemID="{B9B82802-E007-449E-9C1C-67A177F2924D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850</Words>
  <Application>Microsoft Office PowerPoint</Application>
  <PresentationFormat>Widescreen</PresentationFormat>
  <Paragraphs>84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Ким Гульнар Амангельдыевна</dc:creator>
  <cp:lastModifiedBy>Ким Гульнар Амангельдыевна </cp:lastModifiedBy>
  <cp:revision>25</cp:revision>
  <dcterms:created xsi:type="dcterms:W3CDTF">2024-02-28T08:01:48Z</dcterms:created>
  <dcterms:modified xsi:type="dcterms:W3CDTF">2026-03-17T06:55:58Z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0x01010066A608F25D1F8F4682A2ED8E4F61D5EB</vt:lpwstr>
  </property>
</Properties>
</file>