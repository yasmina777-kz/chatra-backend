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9.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notesSlides/notesSlide5.xml" ContentType="application/vnd.openxmlformats-officedocument.presentationml.notesSlide+xml"/>
  <Override PartName="/ppt/slideLayouts/slideLayout14.xml" ContentType="application/vnd.openxmlformats-officedocument.presentationml.slideLayout+xml"/>
  <Override PartName="/ppt/notesSlides/notesSlide4.xml" ContentType="application/vnd.openxmlformats-officedocument.presentationml.notesSlid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2.xml" ContentType="application/vnd.openxmlformats-officedocument.presentationml.notesSlide+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6.xml" ContentType="application/vnd.openxmlformats-officedocument.presentationml.notesSlide+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60" r:id="rId3"/>
    <p:sldId id="257" r:id="rId4"/>
    <p:sldId id="262" r:id="rId5"/>
    <p:sldId id="258" r:id="rId6"/>
    <p:sldId id="259" r:id="rId7"/>
    <p:sldId id="261" r:id="rId8"/>
    <p:sldId id="269" r:id="rId9"/>
    <p:sldId id="270" r:id="rId10"/>
    <p:sldId id="272" r:id="rId11"/>
    <p:sldId id="271" r:id="rId12"/>
    <p:sldId id="273" r:id="rId13"/>
    <p:sldId id="274" r:id="rId14"/>
    <p:sldId id="267" r:id="rId15"/>
    <p:sldId id="266" r:id="rId16"/>
    <p:sldId id="263" r:id="rId17"/>
    <p:sldId id="291" r:id="rId18"/>
    <p:sldId id="275" r:id="rId19"/>
    <p:sldId id="268"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84" y="11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6CF23C-CBA1-46A0-8EF7-DBC36AC12128}" type="datetimeFigureOut">
              <a:rPr lang="en-US" smtClean="0"/>
              <a:t>10/20/2024</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04FE5-1837-4346-A281-181304ECC29E}" type="slidenum">
              <a:rPr lang="en-US" smtClean="0"/>
              <a:t>‹#›</a:t>
            </a:fld>
            <a:endParaRPr lang="en-US"/>
          </a:p>
        </p:txBody>
      </p:sp>
    </p:spTree>
    <p:extLst>
      <p:ext uri="{BB962C8B-B14F-4D97-AF65-F5344CB8AC3E}">
        <p14:creationId xmlns:p14="http://schemas.microsoft.com/office/powerpoint/2010/main" val="345901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113460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24354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144578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774184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26816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2695342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4" name="Дата 3"/>
          <p:cNvSpPr>
            <a:spLocks noGrp="1"/>
          </p:cNvSpPr>
          <p:nvPr>
            <p:ph type="dt" sz="half" idx="10"/>
          </p:nvPr>
        </p:nvSpPr>
        <p:spPr/>
        <p:txBody>
          <a:bodyPr/>
          <a:lstStyle/>
          <a:p>
            <a:fld id="{A23895D9-2440-4148-A3C1-F06FCD7F7DE4}" type="datetimeFigureOut">
              <a:rPr lang="en-US" smtClean="0"/>
              <a:t>10/20/2024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3BC1C162-1118-42CF-96E1-13FBCB6E2241}" type="slidenum">
              <a:rPr lang="en-US" smtClean="0"/>
              <a:t>‹#›</a:t>
            </a:fld>
            <a:endParaRPr lang="en-US"/>
          </a:p>
        </p:txBody>
      </p:sp>
    </p:spTree>
    <p:extLst>
      <p:ext uri="{BB962C8B-B14F-4D97-AF65-F5344CB8AC3E}">
        <p14:creationId xmlns:p14="http://schemas.microsoft.com/office/powerpoint/2010/main" val="3528639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A23895D9-2440-4148-A3C1-F06FCD7F7DE4}" type="datetimeFigureOut">
              <a:rPr lang="en-US" smtClean="0"/>
              <a:t>10/20/2024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3BC1C162-1118-42CF-96E1-13FBCB6E2241}" type="slidenum">
              <a:rPr lang="en-US" smtClean="0"/>
              <a:t>‹#›</a:t>
            </a:fld>
            <a:endParaRPr lang="en-US"/>
          </a:p>
        </p:txBody>
      </p:sp>
    </p:spTree>
    <p:extLst>
      <p:ext uri="{BB962C8B-B14F-4D97-AF65-F5344CB8AC3E}">
        <p14:creationId xmlns:p14="http://schemas.microsoft.com/office/powerpoint/2010/main" val="768176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3895D9-2440-4148-A3C1-F06FCD7F7DE4}" type="datetimeFigureOut">
              <a:rPr lang="en-US" smtClean="0"/>
              <a:t>10/20/2024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3BC1C162-1118-42CF-96E1-13FBCB6E2241}" type="slidenum">
              <a:rPr lang="en-US" smtClean="0"/>
              <a:t>‹#›</a:t>
            </a:fld>
            <a:endParaRPr lang="en-US"/>
          </a:p>
        </p:txBody>
      </p:sp>
    </p:spTree>
    <p:extLst>
      <p:ext uri="{BB962C8B-B14F-4D97-AF65-F5344CB8AC3E}">
        <p14:creationId xmlns:p14="http://schemas.microsoft.com/office/powerpoint/2010/main" val="1874542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Дата 4"/>
          <p:cNvSpPr>
            <a:spLocks noGrp="1"/>
          </p:cNvSpPr>
          <p:nvPr>
            <p:ph type="dt" sz="half" idx="10"/>
          </p:nvPr>
        </p:nvSpPr>
        <p:spPr/>
        <p:txBody>
          <a:bodyPr/>
          <a:lstStyle/>
          <a:p>
            <a:fld id="{A23895D9-2440-4148-A3C1-F06FCD7F7DE4}" type="datetimeFigureOut">
              <a:rPr lang="en-US" smtClean="0"/>
              <a:t>10/20/2024</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3BC1C162-1118-42CF-96E1-13FBCB6E2241}" type="slidenum">
              <a:rPr lang="en-US" smtClean="0"/>
              <a:t>‹#›</a:t>
            </a:fld>
            <a:endParaRPr lang="en-US"/>
          </a:p>
        </p:txBody>
      </p:sp>
    </p:spTree>
    <p:extLst>
      <p:ext uri="{BB962C8B-B14F-4D97-AF65-F5344CB8AC3E}">
        <p14:creationId xmlns:p14="http://schemas.microsoft.com/office/powerpoint/2010/main" val="527872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Дата 6"/>
          <p:cNvSpPr>
            <a:spLocks noGrp="1"/>
          </p:cNvSpPr>
          <p:nvPr>
            <p:ph type="dt" sz="half" idx="10"/>
          </p:nvPr>
        </p:nvSpPr>
        <p:spPr/>
        <p:txBody>
          <a:bodyPr/>
          <a:lstStyle/>
          <a:p>
            <a:fld id="{A23895D9-2440-4148-A3C1-F06FCD7F7DE4}" type="datetimeFigureOut">
              <a:rPr lang="en-US" smtClean="0"/>
              <a:t>10/20/2024</a:t>
            </a:fld>
            <a:endParaRPr lang="en-US"/>
          </a:p>
        </p:txBody>
      </p:sp>
      <p:sp>
        <p:nvSpPr>
          <p:cNvPr id="8" name="Нижний колонтитул 7"/>
          <p:cNvSpPr>
            <a:spLocks noGrp="1"/>
          </p:cNvSpPr>
          <p:nvPr>
            <p:ph type="ftr" sz="quarter" idx="11"/>
          </p:nvPr>
        </p:nvSpPr>
        <p:spPr/>
        <p:txBody>
          <a:bodyPr/>
          <a:lstStyle/>
          <a:p>
            <a:endParaRPr lang="en-US"/>
          </a:p>
        </p:txBody>
      </p:sp>
      <p:sp>
        <p:nvSpPr>
          <p:cNvPr id="9" name="Номер слайда 8"/>
          <p:cNvSpPr>
            <a:spLocks noGrp="1"/>
          </p:cNvSpPr>
          <p:nvPr>
            <p:ph type="sldNum" sz="quarter" idx="12"/>
          </p:nvPr>
        </p:nvSpPr>
        <p:spPr/>
        <p:txBody>
          <a:bodyPr/>
          <a:lstStyle/>
          <a:p>
            <a:fld id="{3BC1C162-1118-42CF-96E1-13FBCB6E2241}" type="slidenum">
              <a:rPr lang="en-US" smtClean="0"/>
              <a:t>‹#›</a:t>
            </a:fld>
            <a:endParaRPr lang="en-US"/>
          </a:p>
        </p:txBody>
      </p:sp>
    </p:spTree>
    <p:extLst>
      <p:ext uri="{BB962C8B-B14F-4D97-AF65-F5344CB8AC3E}">
        <p14:creationId xmlns:p14="http://schemas.microsoft.com/office/powerpoint/2010/main" val="2223768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Дата 2"/>
          <p:cNvSpPr>
            <a:spLocks noGrp="1"/>
          </p:cNvSpPr>
          <p:nvPr>
            <p:ph type="dt" sz="half" idx="10"/>
          </p:nvPr>
        </p:nvSpPr>
        <p:spPr/>
        <p:txBody>
          <a:bodyPr/>
          <a:lstStyle/>
          <a:p>
            <a:fld id="{A23895D9-2440-4148-A3C1-F06FCD7F7DE4}" type="datetimeFigureOut">
              <a:rPr lang="en-US" smtClean="0"/>
              <a:t>10/20/2024</a:t>
            </a:fld>
            <a:endParaRPr lang="en-US"/>
          </a:p>
        </p:txBody>
      </p:sp>
      <p:sp>
        <p:nvSpPr>
          <p:cNvPr id="4" name="Нижний колонтитул 3"/>
          <p:cNvSpPr>
            <a:spLocks noGrp="1"/>
          </p:cNvSpPr>
          <p:nvPr>
            <p:ph type="ftr" sz="quarter" idx="11"/>
          </p:nvPr>
        </p:nvSpPr>
        <p:spPr/>
        <p:txBody>
          <a:bodyPr/>
          <a:lstStyle/>
          <a:p>
            <a:endParaRPr lang="en-US"/>
          </a:p>
        </p:txBody>
      </p:sp>
      <p:sp>
        <p:nvSpPr>
          <p:cNvPr id="5" name="Номер слайда 4"/>
          <p:cNvSpPr>
            <a:spLocks noGrp="1"/>
          </p:cNvSpPr>
          <p:nvPr>
            <p:ph type="sldNum" sz="quarter" idx="12"/>
          </p:nvPr>
        </p:nvSpPr>
        <p:spPr/>
        <p:txBody>
          <a:bodyPr/>
          <a:lstStyle/>
          <a:p>
            <a:fld id="{3BC1C162-1118-42CF-96E1-13FBCB6E2241}" type="slidenum">
              <a:rPr lang="en-US" smtClean="0"/>
              <a:t>‹#›</a:t>
            </a:fld>
            <a:endParaRPr lang="en-US"/>
          </a:p>
        </p:txBody>
      </p:sp>
    </p:spTree>
    <p:extLst>
      <p:ext uri="{BB962C8B-B14F-4D97-AF65-F5344CB8AC3E}">
        <p14:creationId xmlns:p14="http://schemas.microsoft.com/office/powerpoint/2010/main" val="897581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3895D9-2440-4148-A3C1-F06FCD7F7DE4}" type="datetimeFigureOut">
              <a:rPr lang="en-US" smtClean="0"/>
              <a:t>10/20/2024</a:t>
            </a:fld>
            <a:endParaRPr lang="en-US"/>
          </a:p>
        </p:txBody>
      </p:sp>
      <p:sp>
        <p:nvSpPr>
          <p:cNvPr id="3" name="Нижний колонтитул 2"/>
          <p:cNvSpPr>
            <a:spLocks noGrp="1"/>
          </p:cNvSpPr>
          <p:nvPr>
            <p:ph type="ftr" sz="quarter" idx="11"/>
          </p:nvPr>
        </p:nvSpPr>
        <p:spPr/>
        <p:txBody>
          <a:bodyPr/>
          <a:lstStyle/>
          <a:p>
            <a:endParaRPr lang="en-US"/>
          </a:p>
        </p:txBody>
      </p:sp>
      <p:sp>
        <p:nvSpPr>
          <p:cNvPr id="4" name="Номер слайда 3"/>
          <p:cNvSpPr>
            <a:spLocks noGrp="1"/>
          </p:cNvSpPr>
          <p:nvPr>
            <p:ph type="sldNum" sz="quarter" idx="12"/>
          </p:nvPr>
        </p:nvSpPr>
        <p:spPr/>
        <p:txBody>
          <a:bodyPr/>
          <a:lstStyle/>
          <a:p>
            <a:fld id="{3BC1C162-1118-42CF-96E1-13FBCB6E2241}" type="slidenum">
              <a:rPr lang="en-US" smtClean="0"/>
              <a:t>‹#›</a:t>
            </a:fld>
            <a:endParaRPr lang="en-US"/>
          </a:p>
        </p:txBody>
      </p:sp>
    </p:spTree>
    <p:extLst>
      <p:ext uri="{BB962C8B-B14F-4D97-AF65-F5344CB8AC3E}">
        <p14:creationId xmlns:p14="http://schemas.microsoft.com/office/powerpoint/2010/main" val="2663586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A23895D9-2440-4148-A3C1-F06FCD7F7DE4}" type="datetimeFigureOut">
              <a:rPr lang="en-US" smtClean="0"/>
              <a:t>10/20/2024</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3BC1C162-1118-42CF-96E1-13FBCB6E2241}" type="slidenum">
              <a:rPr lang="en-US" smtClean="0"/>
              <a:t>‹#›</a:t>
            </a:fld>
            <a:endParaRPr lang="en-US"/>
          </a:p>
        </p:txBody>
      </p:sp>
    </p:spTree>
    <p:extLst>
      <p:ext uri="{BB962C8B-B14F-4D97-AF65-F5344CB8AC3E}">
        <p14:creationId xmlns:p14="http://schemas.microsoft.com/office/powerpoint/2010/main" val="833510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A23895D9-2440-4148-A3C1-F06FCD7F7DE4}" type="datetimeFigureOut">
              <a:rPr lang="en-US" smtClean="0"/>
              <a:t>10/20/2024</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3BC1C162-1118-42CF-96E1-13FBCB6E2241}" type="slidenum">
              <a:rPr lang="en-US" smtClean="0"/>
              <a:t>‹#›</a:t>
            </a:fld>
            <a:endParaRPr lang="en-US"/>
          </a:p>
        </p:txBody>
      </p:sp>
    </p:spTree>
    <p:extLst>
      <p:ext uri="{BB962C8B-B14F-4D97-AF65-F5344CB8AC3E}">
        <p14:creationId xmlns:p14="http://schemas.microsoft.com/office/powerpoint/2010/main" val="3000290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A23895D9-2440-4148-A3C1-F06FCD7F7DE4}" type="datetimeFigureOut">
              <a:rPr lang="en-US" smtClean="0"/>
              <a:t>10/20/2024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3BC1C162-1118-42CF-96E1-13FBCB6E2241}" type="slidenum">
              <a:rPr lang="en-US" smtClean="0"/>
              <a:t>‹#›</a:t>
            </a:fld>
            <a:endParaRPr lang="en-US"/>
          </a:p>
        </p:txBody>
      </p:sp>
    </p:spTree>
    <p:extLst>
      <p:ext uri="{BB962C8B-B14F-4D97-AF65-F5344CB8AC3E}">
        <p14:creationId xmlns:p14="http://schemas.microsoft.com/office/powerpoint/2010/main" val="3415199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A23895D9-2440-4148-A3C1-F06FCD7F7DE4}" type="datetimeFigureOut">
              <a:rPr lang="en-US" smtClean="0"/>
              <a:t>10/20/2024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3BC1C162-1118-42CF-96E1-13FBCB6E2241}" type="slidenum">
              <a:rPr lang="en-US" smtClean="0"/>
              <a:t>‹#›</a:t>
            </a:fld>
            <a:endParaRPr lang="en-US"/>
          </a:p>
        </p:txBody>
      </p:sp>
    </p:spTree>
    <p:extLst>
      <p:ext uri="{BB962C8B-B14F-4D97-AF65-F5344CB8AC3E}">
        <p14:creationId xmlns:p14="http://schemas.microsoft.com/office/powerpoint/2010/main" val="3498164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857409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6929660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8089412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5243132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6253782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274739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3895D9-2440-4148-A3C1-F06FCD7F7DE4}" type="datetimeFigureOut">
              <a:rPr lang="en-US" smtClean="0"/>
              <a:t>10/20/2024</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C1C162-1118-42CF-96E1-13FBCB6E2241}" type="slidenum">
              <a:rPr lang="en-US" smtClean="0"/>
              <a:t>‹#›</a:t>
            </a:fld>
            <a:endParaRPr lang="en-US"/>
          </a:p>
        </p:txBody>
      </p:sp>
    </p:spTree>
    <p:extLst>
      <p:ext uri="{BB962C8B-B14F-4D97-AF65-F5344CB8AC3E}">
        <p14:creationId xmlns:p14="http://schemas.microsoft.com/office/powerpoint/2010/main" val="2681441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http://www.kbsu.ru/~book/theory/chapter4/0015.gif"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83404" y="2383676"/>
            <a:ext cx="7866434" cy="1815882"/>
          </a:xfrm>
          <a:prstGeom prst="rect">
            <a:avLst/>
          </a:prstGeom>
        </p:spPr>
        <p:txBody>
          <a:bodyPr wrap="square">
            <a:spAutoFit/>
          </a:bodyPr>
          <a:lstStyle/>
          <a:p>
            <a:pPr algn="ctr"/>
            <a:r>
              <a:rPr lang="en-US" sz="2800" dirty="0" smtClean="0">
                <a:latin typeface="Times New Roman" panose="02020603050405020304" pitchFamily="18" charset="0"/>
                <a:cs typeface="Times New Roman" panose="02020603050405020304" pitchFamily="18" charset="0"/>
              </a:rPr>
              <a:t>Lecture 5</a:t>
            </a:r>
          </a:p>
          <a:p>
            <a:pPr algn="ctr"/>
            <a:r>
              <a:rPr lang="en-US" sz="2800" dirty="0" smtClean="0">
                <a:latin typeface="Times New Roman" panose="02020603050405020304" pitchFamily="18" charset="0"/>
                <a:cs typeface="Times New Roman" panose="02020603050405020304" pitchFamily="18" charset="0"/>
              </a:rPr>
              <a:t>Number systems and actions in them. Basic concepts of number systems, rules of their construction, performing actions in them.</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5426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86119" y="744085"/>
            <a:ext cx="10345270" cy="1384995"/>
          </a:xfrm>
          <a:prstGeom prst="rect">
            <a:avLst/>
          </a:prstGeom>
        </p:spPr>
        <p:txBody>
          <a:bodyPr wrap="square">
            <a:spAutoFit/>
          </a:bodyPr>
          <a:lstStyle/>
          <a:p>
            <a:r>
              <a:rPr lang="en-US" sz="2800" b="1" dirty="0" smtClean="0">
                <a:latin typeface="Times New Roman" panose="02020603050405020304" pitchFamily="18" charset="0"/>
                <a:cs typeface="Times New Roman" panose="02020603050405020304" pitchFamily="18" charset="0"/>
              </a:rPr>
              <a:t>Objective:</a:t>
            </a:r>
            <a:r>
              <a:rPr lang="en-US" sz="2800" dirty="0" smtClean="0">
                <a:latin typeface="Times New Roman" panose="02020603050405020304" pitchFamily="18" charset="0"/>
                <a:cs typeface="Times New Roman" panose="02020603050405020304" pitchFamily="18" charset="0"/>
              </a:rPr>
              <a:t> To explore the basic concepts of number systems, the rules governing their construction, and the actions performed within these systems.</a:t>
            </a:r>
            <a:endParaRPr lang="en-US" sz="28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986119" y="2814988"/>
            <a:ext cx="1066799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Definition of Number Systems</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 number system is a writing system for expressing numbers; it consists of a set of symbols and rules for their manipulation.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Importance</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Number systems are foundational for mathematics, science, and everyday applications.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7422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986118" y="604087"/>
            <a:ext cx="10470776" cy="5509200"/>
          </a:xfrm>
          <a:prstGeom prst="rect">
            <a:avLst/>
          </a:prstGeom>
        </p:spPr>
        <p:txBody>
          <a:bodyPr wrap="square">
            <a:spAutoFit/>
          </a:bodyPr>
          <a:lstStyle/>
          <a:p>
            <a:pPr algn="just"/>
            <a:r>
              <a:rPr lang="en-US" sz="3200" b="1"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What is a Number?</a:t>
            </a:r>
            <a:endParaRPr lang="en-US" sz="3200" b="1" dirty="0" smtClean="0">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indent="717550" algn="just"/>
            <a:r>
              <a:rPr lang="en-US" sz="32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A number is a mathematical value used for counting or measuring or labelling objects. Numbers are used to performing arithmetic calculations.  Examples of numbers are natural numbers, whole numbers, rational and irrational numbers, etc. 0 is also a number that represents a null value. </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a:p>
            <a:pPr indent="717550" algn="just"/>
            <a:r>
              <a:rPr lang="en-US" sz="32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A number has many other variations such as even and odd numbers, prime and composite numbers. Even and odd terms are used when a number is divisible by 2 or not, whereas prime and composite differentiate between the numbers that have only two factors and more than two factors, respectively.</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1943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88893" y="1081646"/>
            <a:ext cx="10685930" cy="4235390"/>
          </a:xfrm>
          <a:prstGeom prst="rect">
            <a:avLst/>
          </a:prstGeom>
        </p:spPr>
        <p:txBody>
          <a:bodyPr wrap="square">
            <a:spAutoFit/>
          </a:bodyPr>
          <a:lstStyle/>
          <a:p>
            <a:pPr algn="just">
              <a:lnSpc>
                <a:spcPct val="107000"/>
              </a:lnSpc>
              <a:spcAft>
                <a:spcPts val="800"/>
              </a:spcAft>
            </a:pPr>
            <a:r>
              <a:rPr lang="en-US" sz="2800" b="1" dirty="0" smtClean="0">
                <a:effectLst/>
                <a:latin typeface="Times New Roman" panose="02020603050405020304" pitchFamily="18" charset="0"/>
                <a:ea typeface="Times New Roman" panose="02020603050405020304" pitchFamily="18" charset="0"/>
                <a:cs typeface="Times New Roman" panose="02020603050405020304" pitchFamily="18" charset="0"/>
              </a:rPr>
              <a:t>Types of Number </a:t>
            </a:r>
            <a:endParaRPr lang="en-US" sz="28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Natural Numbers</a:t>
            </a:r>
            <a:r>
              <a:rPr lang="en-US" sz="2000" dirty="0" smtClean="0">
                <a:latin typeface="Times New Roman" panose="02020603050405020304" pitchFamily="18" charset="0"/>
                <a:ea typeface="Times New Roman" panose="02020603050405020304" pitchFamily="18" charset="0"/>
                <a:cs typeface="Times New Roman" panose="02020603050405020304" pitchFamily="18" charset="0"/>
              </a:rPr>
              <a:t>: The set of positive integers starting from 1 (1, 2, 3, ...).</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Whole </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Numbers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The set of natural numbers including zero (0, 1, 2, ...).</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Integers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All whole numbers and their negatives (..., -3, -2, -1, 0, 1, 2, 3, ...).</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Rational Numbers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Rational number, in arithmetic, a number that can be represented as the quotient p/q of two integers such that q ≠ 0.</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Irrational Numbers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Numbers that cannot be expressed as a fraction (e.g., 2,</a:t>
            </a:r>
            <a:r>
              <a:rPr lang="ru-RU" sz="2000" dirty="0">
                <a:latin typeface="Times New Roman" panose="02020603050405020304" pitchFamily="18" charset="0"/>
                <a:ea typeface="Times New Roman" panose="02020603050405020304" pitchFamily="18" charset="0"/>
                <a:cs typeface="Times New Roman" panose="02020603050405020304" pitchFamily="18" charset="0"/>
              </a:rPr>
              <a:t>π</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ea typeface="Times New Roman" panose="02020603050405020304" pitchFamily="18" charset="0"/>
                <a:cs typeface="Times New Roman" panose="02020603050405020304" pitchFamily="18" charset="0"/>
              </a:rPr>
              <a:t>sqrt</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{2}, \pi2​,</a:t>
            </a:r>
            <a:r>
              <a:rPr lang="ru-RU" sz="2000" dirty="0">
                <a:latin typeface="Times New Roman" panose="02020603050405020304" pitchFamily="18" charset="0"/>
                <a:ea typeface="Times New Roman" panose="02020603050405020304" pitchFamily="18" charset="0"/>
                <a:cs typeface="Times New Roman" panose="02020603050405020304" pitchFamily="18" charset="0"/>
              </a:rPr>
              <a:t>π</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Real Numbers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All rational and irrational numbers.</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Complex Numbers</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Complex numbers</a:t>
            </a:r>
            <a:r>
              <a:rPr lang="en-US" sz="20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 are the numbers that are expressed in the form of </a:t>
            </a:r>
            <a:r>
              <a:rPr lang="en-US" sz="2000" b="1" dirty="0" err="1"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a+ib</a:t>
            </a:r>
            <a:r>
              <a:rPr lang="en-US" sz="20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 where, </a:t>
            </a:r>
            <a:r>
              <a:rPr lang="en-US" sz="2000" dirty="0" err="1"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a,b</a:t>
            </a:r>
            <a:r>
              <a:rPr lang="en-US" sz="20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 are real numbers and  ‘</a:t>
            </a:r>
            <a:r>
              <a:rPr lang="en-US" sz="2000" dirty="0" err="1"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US" sz="20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 is an imaginary number</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1843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24753" y="771159"/>
            <a:ext cx="10434918" cy="4832092"/>
          </a:xfrm>
          <a:prstGeom prst="rect">
            <a:avLst/>
          </a:prstGeom>
        </p:spPr>
        <p:txBody>
          <a:bodyPr wrap="square">
            <a:spAutoFit/>
          </a:bodyPr>
          <a:lstStyle/>
          <a:p>
            <a:pPr indent="717550" algn="just"/>
            <a:r>
              <a:rPr lang="en-US" sz="2800" b="1"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A number system </a:t>
            </a:r>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is defined as a system of writing to express numbers. It is the mathematical notation for representing numbers of a given set by using digits or other symbols in a consistent manner. It provides a unique representation of every number and represents the arithmetic and algebraic structure of the figures. It also allows us to operate arithmetic operations like addition, subtraction, multiplication and division.</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The value of any digit in a number can be determined by:</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lvl="0" indent="-342900" algn="just">
              <a:buSzPts val="1000"/>
              <a:buFont typeface="Symbol" panose="05050102010706020507" pitchFamily="18" charset="2"/>
              <a:buChar char=""/>
              <a:tabLst>
                <a:tab pos="457200" algn="l"/>
              </a:tabLst>
            </a:pPr>
            <a:r>
              <a:rPr lang="ru-RU" sz="2800" dirty="0" err="1"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The</a:t>
            </a:r>
            <a:r>
              <a:rPr lang="ru-RU" sz="28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2800" dirty="0" err="1"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digit</a:t>
            </a:r>
            <a:endParaRPr lang="en-US" sz="28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indent="-342900" algn="just">
              <a:buSzPts val="1000"/>
              <a:buFont typeface="Symbol" panose="05050102010706020507" pitchFamily="18" charset="2"/>
              <a:buChar char=""/>
              <a:tabLst>
                <a:tab pos="457200" algn="l"/>
              </a:tabLst>
            </a:pPr>
            <a:r>
              <a:rPr lang="ru-RU" sz="2800" dirty="0" err="1"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Its</a:t>
            </a:r>
            <a:r>
              <a:rPr lang="ru-RU" sz="28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2800" dirty="0" err="1"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position</a:t>
            </a:r>
            <a:r>
              <a:rPr lang="ru-RU" sz="28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2800" dirty="0" err="1"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in</a:t>
            </a:r>
            <a:r>
              <a:rPr lang="ru-RU" sz="28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2800" dirty="0" err="1"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the</a:t>
            </a:r>
            <a:r>
              <a:rPr lang="ru-RU" sz="28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2800" dirty="0" err="1"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number</a:t>
            </a:r>
            <a:endParaRPr lang="en-US" sz="28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indent="-342900" algn="just">
              <a:buSzPts val="1000"/>
              <a:buFont typeface="Symbol" panose="05050102010706020507" pitchFamily="18" charset="2"/>
              <a:buChar char=""/>
              <a:tabLst>
                <a:tab pos="457200" algn="l"/>
              </a:tabLst>
            </a:pPr>
            <a:r>
              <a:rPr lang="en-US" sz="2800" dirty="0" smtClean="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The base of the number system</a:t>
            </a:r>
            <a:endParaRPr lang="en-US" sz="2800" dirty="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90597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60611" y="367352"/>
            <a:ext cx="10345271" cy="1569660"/>
          </a:xfrm>
          <a:prstGeom prst="rect">
            <a:avLst/>
          </a:prstGeom>
        </p:spPr>
        <p:txBody>
          <a:bodyPr wrap="square">
            <a:spAutoFit/>
          </a:bodyPr>
          <a:lstStyle/>
          <a:p>
            <a:pPr algn="just"/>
            <a:r>
              <a:rPr lang="en-US" sz="24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In a number system, </a:t>
            </a:r>
            <a:r>
              <a:rPr lang="en-US" sz="2400" dirty="0" smtClean="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numbers </a:t>
            </a:r>
            <a:r>
              <a:rPr lang="en-US" sz="24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are used as digits. 0 and 1 are the most common digits in the number system, that are used to represent binary numbers. On the other hand, 0 to 9 digits are also used for other number systems. Let us learn here the types of number systems.</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 name="Прямоугольник 6"/>
          <p:cNvSpPr/>
          <p:nvPr/>
        </p:nvSpPr>
        <p:spPr>
          <a:xfrm>
            <a:off x="753034" y="2752232"/>
            <a:ext cx="10560424" cy="2771143"/>
          </a:xfrm>
          <a:prstGeom prst="rect">
            <a:avLst/>
          </a:prstGeom>
        </p:spPr>
        <p:txBody>
          <a:bodyPr wrap="square">
            <a:spAutoFit/>
          </a:bodyPr>
          <a:lstStyle/>
          <a:p>
            <a:pPr>
              <a:lnSpc>
                <a:spcPct val="107000"/>
              </a:lnSpc>
              <a:spcAft>
                <a:spcPts val="80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Each number system has its own structure:</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Base</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Each number system is based on a specific base.</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Place Value</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The position of a digit in a number determines its value, influenced by the base.</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Digits</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Each system has a set of allowed digits (e.g., binary uses 0 and 1; decimal uses 0-9).</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05348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842683" y="1470753"/>
            <a:ext cx="8337176"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Binary (Base 2)</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Digits: 0, 1</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101121011_210112​ (which is 11 in decimal).</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Decimal (Base 10)</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Digits: 0, 1, 2, 3, 4, 5, 6, 7, 8, 9</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471047_{10}4710​</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Octal (Base 8)</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Digits: 0, 1, 2, 3, 4, 5, 6, 7</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57857_8578​ (which is 47 in decimal).</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Hexadecimal (Base 16)</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Digits: 0-9 and A-F (where A=10, B=11, ..., F=15)</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2F162F_{16}2F16​ (which is 47 in decimal).</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Прямоугольник 6"/>
          <p:cNvSpPr/>
          <p:nvPr/>
        </p:nvSpPr>
        <p:spPr>
          <a:xfrm>
            <a:off x="4024099" y="429417"/>
            <a:ext cx="4266745" cy="461665"/>
          </a:xfrm>
          <a:prstGeom prst="rect">
            <a:avLst/>
          </a:prstGeom>
        </p:spPr>
        <p:txBody>
          <a:bodyPr wrap="none">
            <a:spAutoFit/>
          </a:bodyPr>
          <a:lstStyle/>
          <a:p>
            <a:r>
              <a:rPr lang="en-US" sz="2400" b="1" smtClean="0">
                <a:latin typeface="Times New Roman" panose="02020603050405020304" pitchFamily="18" charset="0"/>
                <a:cs typeface="Times New Roman" panose="02020603050405020304" pitchFamily="18" charset="0"/>
              </a:rPr>
              <a:t>Basics of Each Number System</a:t>
            </a: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1592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1746647"/>
          </a:xfrm>
          <a:prstGeom prst="rect">
            <a:avLst/>
          </a:prstGeom>
        </p:spPr>
      </p:pic>
      <p:sp>
        <p:nvSpPr>
          <p:cNvPr id="3" name="Text 0"/>
          <p:cNvSpPr/>
          <p:nvPr/>
        </p:nvSpPr>
        <p:spPr>
          <a:xfrm>
            <a:off x="489049" y="2356148"/>
            <a:ext cx="3879850" cy="458490"/>
          </a:xfrm>
          <a:prstGeom prst="rect">
            <a:avLst/>
          </a:prstGeom>
          <a:noFill/>
          <a:ln/>
        </p:spPr>
        <p:txBody>
          <a:bodyPr wrap="none" lIns="0" tIns="0" rIns="0" bIns="0" rtlCol="0" anchor="t"/>
          <a:lstStyle/>
          <a:p>
            <a:pPr>
              <a:lnSpc>
                <a:spcPts val="3583"/>
              </a:lnSpc>
            </a:pPr>
            <a:r>
              <a:rPr lang="en-US" sz="2875" b="1" dirty="0">
                <a:solidFill>
                  <a:srgbClr val="000000"/>
                </a:solidFill>
                <a:latin typeface="Petrona Bold" pitchFamily="34" charset="0"/>
                <a:ea typeface="Petrona Bold" pitchFamily="34" charset="-122"/>
                <a:cs typeface="Petrona Bold" pitchFamily="34" charset="-120"/>
              </a:rPr>
              <a:t>Binary Number System</a:t>
            </a:r>
            <a:endParaRPr lang="en-US" sz="2875" dirty="0"/>
          </a:p>
        </p:txBody>
      </p:sp>
      <p:sp>
        <p:nvSpPr>
          <p:cNvPr id="4" name="Shape 1"/>
          <p:cNvSpPr/>
          <p:nvPr/>
        </p:nvSpPr>
        <p:spPr>
          <a:xfrm>
            <a:off x="489049" y="4636294"/>
            <a:ext cx="11213902" cy="19050"/>
          </a:xfrm>
          <a:prstGeom prst="roundRect">
            <a:avLst>
              <a:gd name="adj" fmla="val 308076"/>
            </a:avLst>
          </a:prstGeom>
          <a:solidFill>
            <a:srgbClr val="B2D4E5"/>
          </a:solidFill>
          <a:ln/>
        </p:spPr>
      </p:sp>
      <p:sp>
        <p:nvSpPr>
          <p:cNvPr id="5" name="Shape 2"/>
          <p:cNvSpPr/>
          <p:nvPr/>
        </p:nvSpPr>
        <p:spPr>
          <a:xfrm>
            <a:off x="3248025" y="4147245"/>
            <a:ext cx="19050" cy="489049"/>
          </a:xfrm>
          <a:prstGeom prst="roundRect">
            <a:avLst>
              <a:gd name="adj" fmla="val 308076"/>
            </a:avLst>
          </a:prstGeom>
          <a:solidFill>
            <a:srgbClr val="B2D4E5"/>
          </a:solidFill>
          <a:ln/>
        </p:spPr>
      </p:sp>
      <p:sp>
        <p:nvSpPr>
          <p:cNvPr id="6" name="Shape 3"/>
          <p:cNvSpPr/>
          <p:nvPr/>
        </p:nvSpPr>
        <p:spPr>
          <a:xfrm>
            <a:off x="3100388" y="4479132"/>
            <a:ext cx="314325" cy="314325"/>
          </a:xfrm>
          <a:prstGeom prst="roundRect">
            <a:avLst>
              <a:gd name="adj" fmla="val 18671"/>
            </a:avLst>
          </a:prstGeom>
          <a:solidFill>
            <a:srgbClr val="CCEEFF"/>
          </a:solidFill>
          <a:ln w="7620">
            <a:solidFill>
              <a:srgbClr val="B2D4E5"/>
            </a:solidFill>
            <a:prstDash val="solid"/>
          </a:ln>
        </p:spPr>
      </p:sp>
      <p:sp>
        <p:nvSpPr>
          <p:cNvPr id="7" name="Text 4"/>
          <p:cNvSpPr/>
          <p:nvPr/>
        </p:nvSpPr>
        <p:spPr>
          <a:xfrm>
            <a:off x="3210421" y="4526260"/>
            <a:ext cx="94158" cy="220068"/>
          </a:xfrm>
          <a:prstGeom prst="rect">
            <a:avLst/>
          </a:prstGeom>
          <a:noFill/>
          <a:ln/>
        </p:spPr>
        <p:txBody>
          <a:bodyPr wrap="none" lIns="0" tIns="0" rIns="0" bIns="0" rtlCol="0" anchor="t"/>
          <a:lstStyle/>
          <a:p>
            <a:pPr algn="ctr">
              <a:lnSpc>
                <a:spcPts val="1708"/>
              </a:lnSpc>
            </a:pPr>
            <a:r>
              <a:rPr lang="en-US" sz="1708" b="1" dirty="0">
                <a:solidFill>
                  <a:srgbClr val="272525"/>
                </a:solidFill>
                <a:latin typeface="Petrona Bold" pitchFamily="34" charset="0"/>
                <a:ea typeface="Petrona Bold" pitchFamily="34" charset="-122"/>
                <a:cs typeface="Petrona Bold" pitchFamily="34" charset="-120"/>
              </a:rPr>
              <a:t>1</a:t>
            </a:r>
            <a:endParaRPr lang="en-US" sz="1708" dirty="0"/>
          </a:p>
        </p:txBody>
      </p:sp>
      <p:sp>
        <p:nvSpPr>
          <p:cNvPr id="8" name="Text 5"/>
          <p:cNvSpPr/>
          <p:nvPr/>
        </p:nvSpPr>
        <p:spPr>
          <a:xfrm>
            <a:off x="2340571" y="3024188"/>
            <a:ext cx="1833959" cy="229195"/>
          </a:xfrm>
          <a:prstGeom prst="rect">
            <a:avLst/>
          </a:prstGeom>
          <a:noFill/>
          <a:ln/>
        </p:spPr>
        <p:txBody>
          <a:bodyPr wrap="none" lIns="0" tIns="0" rIns="0" bIns="0" rtlCol="0" anchor="t"/>
          <a:lstStyle/>
          <a:p>
            <a:pPr algn="ctr">
              <a:lnSpc>
                <a:spcPts val="1792"/>
              </a:lnSpc>
            </a:pPr>
            <a:r>
              <a:rPr lang="en-US" sz="1417" b="1" dirty="0">
                <a:solidFill>
                  <a:srgbClr val="272525"/>
                </a:solidFill>
                <a:latin typeface="Petrona Bold" pitchFamily="34" charset="0"/>
                <a:ea typeface="Petrona Bold" pitchFamily="34" charset="-122"/>
                <a:cs typeface="Petrona Bold" pitchFamily="34" charset="-120"/>
              </a:rPr>
              <a:t>Base 2</a:t>
            </a:r>
            <a:endParaRPr lang="en-US" sz="1417" dirty="0"/>
          </a:p>
        </p:txBody>
      </p:sp>
      <p:sp>
        <p:nvSpPr>
          <p:cNvPr id="9" name="Text 6"/>
          <p:cNvSpPr/>
          <p:nvPr/>
        </p:nvSpPr>
        <p:spPr>
          <a:xfrm>
            <a:off x="628750" y="3337222"/>
            <a:ext cx="5257701" cy="670322"/>
          </a:xfrm>
          <a:prstGeom prst="rect">
            <a:avLst/>
          </a:prstGeom>
          <a:noFill/>
          <a:ln/>
        </p:spPr>
        <p:txBody>
          <a:bodyPr wrap="square" lIns="0" tIns="0" rIns="0" bIns="0" rtlCol="0" anchor="t"/>
          <a:lstStyle/>
          <a:p>
            <a:pPr algn="ctr">
              <a:lnSpc>
                <a:spcPts val="1750"/>
              </a:lnSpc>
            </a:pPr>
            <a:r>
              <a:rPr lang="en-US" sz="1083" dirty="0">
                <a:solidFill>
                  <a:srgbClr val="272525"/>
                </a:solidFill>
                <a:latin typeface="Inter" pitchFamily="34" charset="0"/>
                <a:ea typeface="Inter" pitchFamily="34" charset="-122"/>
                <a:cs typeface="Inter" pitchFamily="34" charset="-120"/>
              </a:rPr>
              <a:t>The binary number system, or base 2, is the fundamental system used in digital electronics and computer science. It employs only two digits, 0 and 1, to represent all numerical quantities.</a:t>
            </a:r>
            <a:endParaRPr lang="en-US" sz="1083" dirty="0"/>
          </a:p>
        </p:txBody>
      </p:sp>
      <p:sp>
        <p:nvSpPr>
          <p:cNvPr id="10" name="Shape 7"/>
          <p:cNvSpPr/>
          <p:nvPr/>
        </p:nvSpPr>
        <p:spPr>
          <a:xfrm>
            <a:off x="6086376" y="4636295"/>
            <a:ext cx="19050" cy="489049"/>
          </a:xfrm>
          <a:prstGeom prst="roundRect">
            <a:avLst>
              <a:gd name="adj" fmla="val 308076"/>
            </a:avLst>
          </a:prstGeom>
          <a:solidFill>
            <a:srgbClr val="B2D4E5"/>
          </a:solidFill>
          <a:ln/>
        </p:spPr>
      </p:sp>
      <p:sp>
        <p:nvSpPr>
          <p:cNvPr id="11" name="Shape 8"/>
          <p:cNvSpPr/>
          <p:nvPr/>
        </p:nvSpPr>
        <p:spPr>
          <a:xfrm>
            <a:off x="5938738" y="4479132"/>
            <a:ext cx="314325" cy="314325"/>
          </a:xfrm>
          <a:prstGeom prst="roundRect">
            <a:avLst>
              <a:gd name="adj" fmla="val 18671"/>
            </a:avLst>
          </a:prstGeom>
          <a:solidFill>
            <a:srgbClr val="CCEEFF"/>
          </a:solidFill>
          <a:ln w="7620">
            <a:solidFill>
              <a:srgbClr val="B2D4E5"/>
            </a:solidFill>
            <a:prstDash val="solid"/>
          </a:ln>
        </p:spPr>
      </p:sp>
      <p:sp>
        <p:nvSpPr>
          <p:cNvPr id="12" name="Text 9"/>
          <p:cNvSpPr/>
          <p:nvPr/>
        </p:nvSpPr>
        <p:spPr>
          <a:xfrm>
            <a:off x="6033493" y="4526260"/>
            <a:ext cx="124818" cy="220068"/>
          </a:xfrm>
          <a:prstGeom prst="rect">
            <a:avLst/>
          </a:prstGeom>
          <a:noFill/>
          <a:ln/>
        </p:spPr>
        <p:txBody>
          <a:bodyPr wrap="none" lIns="0" tIns="0" rIns="0" bIns="0" rtlCol="0" anchor="t"/>
          <a:lstStyle/>
          <a:p>
            <a:pPr algn="ctr">
              <a:lnSpc>
                <a:spcPts val="1708"/>
              </a:lnSpc>
            </a:pPr>
            <a:r>
              <a:rPr lang="en-US" sz="1708" b="1" dirty="0">
                <a:solidFill>
                  <a:srgbClr val="272525"/>
                </a:solidFill>
                <a:latin typeface="Petrona Bold" pitchFamily="34" charset="0"/>
                <a:ea typeface="Petrona Bold" pitchFamily="34" charset="-122"/>
                <a:cs typeface="Petrona Bold" pitchFamily="34" charset="-120"/>
              </a:rPr>
              <a:t>2</a:t>
            </a:r>
            <a:endParaRPr lang="en-US" sz="1708" dirty="0"/>
          </a:p>
        </p:txBody>
      </p:sp>
      <p:sp>
        <p:nvSpPr>
          <p:cNvPr id="13" name="Text 10"/>
          <p:cNvSpPr/>
          <p:nvPr/>
        </p:nvSpPr>
        <p:spPr>
          <a:xfrm>
            <a:off x="5178921" y="5265043"/>
            <a:ext cx="1833959" cy="229195"/>
          </a:xfrm>
          <a:prstGeom prst="rect">
            <a:avLst/>
          </a:prstGeom>
          <a:noFill/>
          <a:ln/>
        </p:spPr>
        <p:txBody>
          <a:bodyPr wrap="none" lIns="0" tIns="0" rIns="0" bIns="0" rtlCol="0" anchor="t"/>
          <a:lstStyle/>
          <a:p>
            <a:pPr algn="ctr">
              <a:lnSpc>
                <a:spcPts val="1792"/>
              </a:lnSpc>
            </a:pPr>
            <a:r>
              <a:rPr lang="en-US" sz="1417" b="1" dirty="0">
                <a:solidFill>
                  <a:srgbClr val="272525"/>
                </a:solidFill>
                <a:latin typeface="Petrona Bold" pitchFamily="34" charset="0"/>
                <a:ea typeface="Petrona Bold" pitchFamily="34" charset="-122"/>
                <a:cs typeface="Petrona Bold" pitchFamily="34" charset="-120"/>
              </a:rPr>
              <a:t>Bit and Byte</a:t>
            </a:r>
            <a:endParaRPr lang="en-US" sz="1417" dirty="0"/>
          </a:p>
        </p:txBody>
      </p:sp>
      <p:sp>
        <p:nvSpPr>
          <p:cNvPr id="14" name="Text 11"/>
          <p:cNvSpPr/>
          <p:nvPr/>
        </p:nvSpPr>
        <p:spPr>
          <a:xfrm>
            <a:off x="3467100" y="5578078"/>
            <a:ext cx="5257701" cy="670322"/>
          </a:xfrm>
          <a:prstGeom prst="rect">
            <a:avLst/>
          </a:prstGeom>
          <a:noFill/>
          <a:ln/>
        </p:spPr>
        <p:txBody>
          <a:bodyPr wrap="square" lIns="0" tIns="0" rIns="0" bIns="0" rtlCol="0" anchor="t"/>
          <a:lstStyle/>
          <a:p>
            <a:pPr algn="ctr">
              <a:lnSpc>
                <a:spcPts val="1750"/>
              </a:lnSpc>
            </a:pPr>
            <a:r>
              <a:rPr lang="en-US" sz="1083" dirty="0">
                <a:solidFill>
                  <a:srgbClr val="272525"/>
                </a:solidFill>
                <a:latin typeface="Inter" pitchFamily="34" charset="0"/>
                <a:ea typeface="Inter" pitchFamily="34" charset="-122"/>
                <a:cs typeface="Inter" pitchFamily="34" charset="-120"/>
              </a:rPr>
              <a:t>In the binary system, the smallest unit of information is called a bit, which can have a value of either 0 or 1. A collection of 8 bits is known as a byte, which is the basic unit of data storage and processing in digital systems.</a:t>
            </a:r>
            <a:endParaRPr lang="en-US" sz="1083" dirty="0"/>
          </a:p>
        </p:txBody>
      </p:sp>
      <p:sp>
        <p:nvSpPr>
          <p:cNvPr id="15" name="Shape 12"/>
          <p:cNvSpPr/>
          <p:nvPr/>
        </p:nvSpPr>
        <p:spPr>
          <a:xfrm>
            <a:off x="8924826" y="4147245"/>
            <a:ext cx="19050" cy="489049"/>
          </a:xfrm>
          <a:prstGeom prst="roundRect">
            <a:avLst>
              <a:gd name="adj" fmla="val 308076"/>
            </a:avLst>
          </a:prstGeom>
          <a:solidFill>
            <a:srgbClr val="B2D4E5"/>
          </a:solidFill>
          <a:ln/>
        </p:spPr>
      </p:sp>
      <p:sp>
        <p:nvSpPr>
          <p:cNvPr id="16" name="Shape 13"/>
          <p:cNvSpPr/>
          <p:nvPr/>
        </p:nvSpPr>
        <p:spPr>
          <a:xfrm>
            <a:off x="8777188" y="4479132"/>
            <a:ext cx="314325" cy="314325"/>
          </a:xfrm>
          <a:prstGeom prst="roundRect">
            <a:avLst>
              <a:gd name="adj" fmla="val 18671"/>
            </a:avLst>
          </a:prstGeom>
          <a:solidFill>
            <a:srgbClr val="CCEEFF"/>
          </a:solidFill>
          <a:ln w="7620">
            <a:solidFill>
              <a:srgbClr val="B2D4E5"/>
            </a:solidFill>
            <a:prstDash val="solid"/>
          </a:ln>
        </p:spPr>
      </p:sp>
      <p:sp>
        <p:nvSpPr>
          <p:cNvPr id="17" name="Text 14"/>
          <p:cNvSpPr/>
          <p:nvPr/>
        </p:nvSpPr>
        <p:spPr>
          <a:xfrm>
            <a:off x="8872042" y="4526260"/>
            <a:ext cx="124519" cy="220068"/>
          </a:xfrm>
          <a:prstGeom prst="rect">
            <a:avLst/>
          </a:prstGeom>
          <a:noFill/>
          <a:ln/>
        </p:spPr>
        <p:txBody>
          <a:bodyPr wrap="none" lIns="0" tIns="0" rIns="0" bIns="0" rtlCol="0" anchor="t"/>
          <a:lstStyle/>
          <a:p>
            <a:pPr algn="ctr">
              <a:lnSpc>
                <a:spcPts val="1708"/>
              </a:lnSpc>
            </a:pPr>
            <a:r>
              <a:rPr lang="en-US" sz="1708" b="1" dirty="0">
                <a:solidFill>
                  <a:srgbClr val="272525"/>
                </a:solidFill>
                <a:latin typeface="Petrona Bold" pitchFamily="34" charset="0"/>
                <a:ea typeface="Petrona Bold" pitchFamily="34" charset="-122"/>
                <a:cs typeface="Petrona Bold" pitchFamily="34" charset="-120"/>
              </a:rPr>
              <a:t>3</a:t>
            </a:r>
            <a:endParaRPr lang="en-US" sz="1708" dirty="0"/>
          </a:p>
        </p:txBody>
      </p:sp>
      <p:sp>
        <p:nvSpPr>
          <p:cNvPr id="18" name="Text 15"/>
          <p:cNvSpPr/>
          <p:nvPr/>
        </p:nvSpPr>
        <p:spPr>
          <a:xfrm>
            <a:off x="7984431" y="3024188"/>
            <a:ext cx="1899841" cy="229195"/>
          </a:xfrm>
          <a:prstGeom prst="rect">
            <a:avLst/>
          </a:prstGeom>
          <a:noFill/>
          <a:ln/>
        </p:spPr>
        <p:txBody>
          <a:bodyPr wrap="none" lIns="0" tIns="0" rIns="0" bIns="0" rtlCol="0" anchor="t"/>
          <a:lstStyle/>
          <a:p>
            <a:pPr algn="ctr">
              <a:lnSpc>
                <a:spcPts val="1792"/>
              </a:lnSpc>
            </a:pPr>
            <a:r>
              <a:rPr lang="en-US" sz="1417" b="1" dirty="0">
                <a:solidFill>
                  <a:srgbClr val="272525"/>
                </a:solidFill>
                <a:latin typeface="Petrona Bold" pitchFamily="34" charset="0"/>
                <a:ea typeface="Petrona Bold" pitchFamily="34" charset="-122"/>
                <a:cs typeface="Petrona Bold" pitchFamily="34" charset="-120"/>
              </a:rPr>
              <a:t>Arithmetic Operations</a:t>
            </a:r>
            <a:endParaRPr lang="en-US" sz="1417" dirty="0"/>
          </a:p>
        </p:txBody>
      </p:sp>
      <p:sp>
        <p:nvSpPr>
          <p:cNvPr id="19" name="Text 16"/>
          <p:cNvSpPr/>
          <p:nvPr/>
        </p:nvSpPr>
        <p:spPr>
          <a:xfrm>
            <a:off x="6305550" y="3337222"/>
            <a:ext cx="5257701" cy="670322"/>
          </a:xfrm>
          <a:prstGeom prst="rect">
            <a:avLst/>
          </a:prstGeom>
          <a:noFill/>
          <a:ln/>
        </p:spPr>
        <p:txBody>
          <a:bodyPr wrap="square" lIns="0" tIns="0" rIns="0" bIns="0" rtlCol="0" anchor="t"/>
          <a:lstStyle/>
          <a:p>
            <a:pPr algn="ctr">
              <a:lnSpc>
                <a:spcPts val="1750"/>
              </a:lnSpc>
            </a:pPr>
            <a:r>
              <a:rPr lang="en-US" sz="1083" dirty="0">
                <a:solidFill>
                  <a:srgbClr val="272525"/>
                </a:solidFill>
                <a:latin typeface="Inter" pitchFamily="34" charset="0"/>
                <a:ea typeface="Inter" pitchFamily="34" charset="-122"/>
                <a:cs typeface="Inter" pitchFamily="34" charset="-120"/>
              </a:rPr>
              <a:t>Performing arithmetic operations in the binary system, such as addition, subtraction, multiplication, and division, follows specific rules and algorithms. These operations are essential for digital circuits and computer programming.</a:t>
            </a:r>
            <a:endParaRPr lang="en-US" sz="1083" dirty="0"/>
          </a:p>
        </p:txBody>
      </p:sp>
    </p:spTree>
    <p:extLst>
      <p:ext uri="{BB962C8B-B14F-4D97-AF65-F5344CB8AC3E}">
        <p14:creationId xmlns:p14="http://schemas.microsoft.com/office/powerpoint/2010/main" val="3222270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27529" y="641521"/>
            <a:ext cx="9161930" cy="1384995"/>
          </a:xfrm>
          <a:prstGeom prst="rect">
            <a:avLst/>
          </a:prstGeom>
        </p:spPr>
        <p:txBody>
          <a:bodyPr wrap="square">
            <a:spAutoFit/>
          </a:bodyPr>
          <a:lstStyle/>
          <a:p>
            <a:r>
              <a:rPr lang="en-US" sz="2800" b="1"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Example</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Write (14)</a:t>
            </a:r>
            <a:r>
              <a:rPr lang="en-US" sz="2800" baseline="-25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10</a:t>
            </a:r>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as a binary number.</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r>
              <a:rPr lang="ru-RU" sz="2800" b="1" dirty="0" err="1">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Solution</a:t>
            </a:r>
            <a:r>
              <a:rPr lang="ru-RU" sz="2800" b="1"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5" name="Рисунок 4"/>
          <p:cNvPicPr/>
          <p:nvPr/>
        </p:nvPicPr>
        <p:blipFill>
          <a:blip r:embed="rId2"/>
          <a:stretch>
            <a:fillRect/>
          </a:stretch>
        </p:blipFill>
        <p:spPr>
          <a:xfrm>
            <a:off x="3133949" y="2026515"/>
            <a:ext cx="2908263" cy="2384119"/>
          </a:xfrm>
          <a:prstGeom prst="rect">
            <a:avLst/>
          </a:prstGeom>
        </p:spPr>
      </p:pic>
      <p:sp>
        <p:nvSpPr>
          <p:cNvPr id="3" name="Прямоугольник 2"/>
          <p:cNvSpPr/>
          <p:nvPr/>
        </p:nvSpPr>
        <p:spPr>
          <a:xfrm>
            <a:off x="1002196" y="4983487"/>
            <a:ext cx="1940788" cy="461665"/>
          </a:xfrm>
          <a:prstGeom prst="rect">
            <a:avLst/>
          </a:prstGeom>
        </p:spPr>
        <p:txBody>
          <a:bodyPr wrap="none">
            <a:spAutoFit/>
          </a:bodyPr>
          <a:lstStyle/>
          <a:p>
            <a:r>
              <a:rPr lang="en-US" sz="2400" dirty="0">
                <a:solidFill>
                  <a:srgbClr val="444444"/>
                </a:solidFill>
                <a:latin typeface="Arial" panose="020B0604020202020204" pitchFamily="34" charset="0"/>
                <a:ea typeface="Calibri" panose="020F0502020204030204" pitchFamily="34" charset="0"/>
              </a:rPr>
              <a:t>(14)</a:t>
            </a:r>
            <a:r>
              <a:rPr lang="en-US" sz="1600" baseline="-25000" dirty="0" smtClean="0">
                <a:solidFill>
                  <a:srgbClr val="444444"/>
                </a:solidFill>
                <a:effectLst/>
                <a:latin typeface="Arial" panose="020B0604020202020204" pitchFamily="34" charset="0"/>
                <a:ea typeface="Calibri" panose="020F0502020204030204" pitchFamily="34" charset="0"/>
              </a:rPr>
              <a:t>10</a:t>
            </a:r>
            <a:r>
              <a:rPr lang="en-US" sz="2400" dirty="0">
                <a:solidFill>
                  <a:srgbClr val="444444"/>
                </a:solidFill>
                <a:latin typeface="Arial" panose="020B0604020202020204" pitchFamily="34" charset="0"/>
                <a:ea typeface="Calibri" panose="020F0502020204030204" pitchFamily="34" charset="0"/>
              </a:rPr>
              <a:t> = 1110</a:t>
            </a:r>
            <a:r>
              <a:rPr lang="en-US" sz="1600" baseline="-25000" dirty="0" smtClean="0">
                <a:solidFill>
                  <a:srgbClr val="444444"/>
                </a:solidFill>
                <a:effectLst/>
                <a:latin typeface="Arial" panose="020B0604020202020204" pitchFamily="34" charset="0"/>
                <a:ea typeface="Calibri" panose="020F0502020204030204" pitchFamily="34" charset="0"/>
              </a:rPr>
              <a:t>2</a:t>
            </a:r>
            <a:endParaRPr lang="en-US" sz="2400" dirty="0"/>
          </a:p>
        </p:txBody>
      </p:sp>
    </p:spTree>
    <p:extLst>
      <p:ext uri="{BB962C8B-B14F-4D97-AF65-F5344CB8AC3E}">
        <p14:creationId xmlns:p14="http://schemas.microsoft.com/office/powerpoint/2010/main" val="3691366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1726" y="496293"/>
            <a:ext cx="4738093" cy="592138"/>
          </a:xfrm>
          <a:prstGeom prst="rect">
            <a:avLst/>
          </a:prstGeom>
          <a:noFill/>
          <a:ln/>
        </p:spPr>
        <p:txBody>
          <a:bodyPr wrap="none" lIns="0" tIns="0" rIns="0" bIns="0" rtlCol="0" anchor="t"/>
          <a:lstStyle/>
          <a:p>
            <a:pPr>
              <a:lnSpc>
                <a:spcPts val="4625"/>
              </a:lnSpc>
            </a:pPr>
            <a:r>
              <a:rPr lang="en-US" sz="3708" b="1" dirty="0">
                <a:solidFill>
                  <a:srgbClr val="000000"/>
                </a:solidFill>
                <a:latin typeface="Petrona Bold" pitchFamily="34" charset="0"/>
                <a:ea typeface="Petrona Bold" pitchFamily="34" charset="-122"/>
                <a:cs typeface="Petrona Bold" pitchFamily="34" charset="-120"/>
              </a:rPr>
              <a:t>Octal Number System</a:t>
            </a:r>
            <a:endParaRPr lang="en-US" sz="3708" dirty="0"/>
          </a:p>
        </p:txBody>
      </p:sp>
      <p:sp>
        <p:nvSpPr>
          <p:cNvPr id="3" name="Shape 1"/>
          <p:cNvSpPr/>
          <p:nvPr/>
        </p:nvSpPr>
        <p:spPr>
          <a:xfrm>
            <a:off x="631726" y="1449388"/>
            <a:ext cx="5374084" cy="2510433"/>
          </a:xfrm>
          <a:prstGeom prst="roundRect">
            <a:avLst>
              <a:gd name="adj" fmla="val 3020"/>
            </a:avLst>
          </a:prstGeom>
          <a:solidFill>
            <a:srgbClr val="CCEEFF"/>
          </a:solidFill>
          <a:ln w="7620">
            <a:solidFill>
              <a:srgbClr val="B2D4E5"/>
            </a:solidFill>
            <a:prstDash val="solid"/>
          </a:ln>
        </p:spPr>
      </p:sp>
      <p:sp>
        <p:nvSpPr>
          <p:cNvPr id="4" name="Text 2"/>
          <p:cNvSpPr/>
          <p:nvPr/>
        </p:nvSpPr>
        <p:spPr>
          <a:xfrm>
            <a:off x="818555" y="1636217"/>
            <a:ext cx="2369046" cy="296168"/>
          </a:xfrm>
          <a:prstGeom prst="rect">
            <a:avLst/>
          </a:prstGeom>
          <a:noFill/>
          <a:ln/>
        </p:spPr>
        <p:txBody>
          <a:bodyPr wrap="none" lIns="0" tIns="0" rIns="0" bIns="0" rtlCol="0" anchor="t"/>
          <a:lstStyle/>
          <a:p>
            <a:pPr>
              <a:lnSpc>
                <a:spcPts val="2292"/>
              </a:lnSpc>
            </a:pPr>
            <a:r>
              <a:rPr lang="en-US" sz="1833" b="1" dirty="0">
                <a:solidFill>
                  <a:srgbClr val="272525"/>
                </a:solidFill>
                <a:latin typeface="Petrona Bold" pitchFamily="34" charset="0"/>
                <a:ea typeface="Petrona Bold" pitchFamily="34" charset="-122"/>
                <a:cs typeface="Petrona Bold" pitchFamily="34" charset="-120"/>
              </a:rPr>
              <a:t>Base 8</a:t>
            </a:r>
            <a:endParaRPr lang="en-US" sz="1833" dirty="0"/>
          </a:p>
        </p:txBody>
      </p:sp>
      <p:sp>
        <p:nvSpPr>
          <p:cNvPr id="5" name="Text 3"/>
          <p:cNvSpPr/>
          <p:nvPr/>
        </p:nvSpPr>
        <p:spPr>
          <a:xfrm>
            <a:off x="818555" y="2040632"/>
            <a:ext cx="5000427" cy="1154907"/>
          </a:xfrm>
          <a:prstGeom prst="rect">
            <a:avLst/>
          </a:prstGeom>
          <a:noFill/>
          <a:ln/>
        </p:spPr>
        <p:txBody>
          <a:bodyPr wrap="square" lIns="0" tIns="0" rIns="0" bIns="0" rtlCol="0" anchor="t"/>
          <a:lstStyle/>
          <a:p>
            <a:pPr>
              <a:lnSpc>
                <a:spcPts val="2250"/>
              </a:lnSpc>
            </a:pPr>
            <a:r>
              <a:rPr lang="en-US" sz="1417" dirty="0">
                <a:solidFill>
                  <a:srgbClr val="272525"/>
                </a:solidFill>
                <a:latin typeface="Inter" pitchFamily="34" charset="0"/>
                <a:ea typeface="Inter" pitchFamily="34" charset="-122"/>
                <a:cs typeface="Inter" pitchFamily="34" charset="-120"/>
              </a:rPr>
              <a:t>The octal number system, or base 8, uses the digits 0 through 7 to represent numerical values. It is a compact way to represent binary data, as each octal digit corresponds to three binary digits (bits).</a:t>
            </a:r>
            <a:endParaRPr lang="en-US" sz="1417" dirty="0"/>
          </a:p>
        </p:txBody>
      </p:sp>
      <p:sp>
        <p:nvSpPr>
          <p:cNvPr id="6" name="Shape 4"/>
          <p:cNvSpPr/>
          <p:nvPr/>
        </p:nvSpPr>
        <p:spPr>
          <a:xfrm>
            <a:off x="6186290" y="1449388"/>
            <a:ext cx="5374084" cy="2510433"/>
          </a:xfrm>
          <a:prstGeom prst="roundRect">
            <a:avLst>
              <a:gd name="adj" fmla="val 3020"/>
            </a:avLst>
          </a:prstGeom>
          <a:solidFill>
            <a:srgbClr val="CCEEFF"/>
          </a:solidFill>
          <a:ln w="7620">
            <a:solidFill>
              <a:srgbClr val="B2D4E5"/>
            </a:solidFill>
            <a:prstDash val="solid"/>
          </a:ln>
        </p:spPr>
      </p:sp>
      <p:sp>
        <p:nvSpPr>
          <p:cNvPr id="7" name="Text 5"/>
          <p:cNvSpPr/>
          <p:nvPr/>
        </p:nvSpPr>
        <p:spPr>
          <a:xfrm>
            <a:off x="6373119" y="1636217"/>
            <a:ext cx="2687638" cy="296168"/>
          </a:xfrm>
          <a:prstGeom prst="rect">
            <a:avLst/>
          </a:prstGeom>
          <a:noFill/>
          <a:ln/>
        </p:spPr>
        <p:txBody>
          <a:bodyPr wrap="none" lIns="0" tIns="0" rIns="0" bIns="0" rtlCol="0" anchor="t"/>
          <a:lstStyle/>
          <a:p>
            <a:pPr>
              <a:lnSpc>
                <a:spcPts val="2292"/>
              </a:lnSpc>
            </a:pPr>
            <a:r>
              <a:rPr lang="en-US" sz="1833" b="1" dirty="0">
                <a:solidFill>
                  <a:srgbClr val="272525"/>
                </a:solidFill>
                <a:latin typeface="Petrona Bold" pitchFamily="34" charset="0"/>
                <a:ea typeface="Petrona Bold" pitchFamily="34" charset="-122"/>
                <a:cs typeface="Petrona Bold" pitchFamily="34" charset="-120"/>
              </a:rPr>
              <a:t>Compact Representation</a:t>
            </a:r>
            <a:endParaRPr lang="en-US" sz="1833" dirty="0"/>
          </a:p>
        </p:txBody>
      </p:sp>
      <p:sp>
        <p:nvSpPr>
          <p:cNvPr id="8" name="Text 6"/>
          <p:cNvSpPr/>
          <p:nvPr/>
        </p:nvSpPr>
        <p:spPr>
          <a:xfrm>
            <a:off x="6373118" y="2040632"/>
            <a:ext cx="5000427" cy="1732359"/>
          </a:xfrm>
          <a:prstGeom prst="rect">
            <a:avLst/>
          </a:prstGeom>
          <a:noFill/>
          <a:ln/>
        </p:spPr>
        <p:txBody>
          <a:bodyPr wrap="square" lIns="0" tIns="0" rIns="0" bIns="0" rtlCol="0" anchor="t"/>
          <a:lstStyle/>
          <a:p>
            <a:pPr>
              <a:lnSpc>
                <a:spcPts val="2250"/>
              </a:lnSpc>
            </a:pPr>
            <a:r>
              <a:rPr lang="en-US" sz="1417" dirty="0">
                <a:solidFill>
                  <a:srgbClr val="272525"/>
                </a:solidFill>
                <a:latin typeface="Inter" pitchFamily="34" charset="0"/>
                <a:ea typeface="Inter" pitchFamily="34" charset="-122"/>
                <a:cs typeface="Inter" pitchFamily="34" charset="-120"/>
              </a:rPr>
              <a:t>The octal system is particularly useful in computer science and programming, where it can provide a more concise representation of binary data compared to the decimal system. This can be advantageous in certain applications, such as memory addressing and low-level system programming.</a:t>
            </a:r>
            <a:endParaRPr lang="en-US" sz="1417" dirty="0"/>
          </a:p>
        </p:txBody>
      </p:sp>
      <p:sp>
        <p:nvSpPr>
          <p:cNvPr id="9" name="Shape 7"/>
          <p:cNvSpPr/>
          <p:nvPr/>
        </p:nvSpPr>
        <p:spPr>
          <a:xfrm>
            <a:off x="631726" y="4140299"/>
            <a:ext cx="5374084" cy="2221707"/>
          </a:xfrm>
          <a:prstGeom prst="roundRect">
            <a:avLst>
              <a:gd name="adj" fmla="val 3412"/>
            </a:avLst>
          </a:prstGeom>
          <a:solidFill>
            <a:srgbClr val="CCEEFF"/>
          </a:solidFill>
          <a:ln w="7620">
            <a:solidFill>
              <a:srgbClr val="B2D4E5"/>
            </a:solidFill>
            <a:prstDash val="solid"/>
          </a:ln>
        </p:spPr>
      </p:sp>
      <p:sp>
        <p:nvSpPr>
          <p:cNvPr id="10" name="Text 8"/>
          <p:cNvSpPr/>
          <p:nvPr/>
        </p:nvSpPr>
        <p:spPr>
          <a:xfrm>
            <a:off x="818555" y="4327129"/>
            <a:ext cx="2453878" cy="296168"/>
          </a:xfrm>
          <a:prstGeom prst="rect">
            <a:avLst/>
          </a:prstGeom>
          <a:noFill/>
          <a:ln/>
        </p:spPr>
        <p:txBody>
          <a:bodyPr wrap="none" lIns="0" tIns="0" rIns="0" bIns="0" rtlCol="0" anchor="t"/>
          <a:lstStyle/>
          <a:p>
            <a:pPr>
              <a:lnSpc>
                <a:spcPts val="2292"/>
              </a:lnSpc>
            </a:pPr>
            <a:r>
              <a:rPr lang="en-US" sz="1833" b="1" dirty="0">
                <a:solidFill>
                  <a:srgbClr val="272525"/>
                </a:solidFill>
                <a:latin typeface="Petrona Bold" pitchFamily="34" charset="0"/>
                <a:ea typeface="Petrona Bold" pitchFamily="34" charset="-122"/>
                <a:cs typeface="Petrona Bold" pitchFamily="34" charset="-120"/>
              </a:rPr>
              <a:t>Arithmetic Operations</a:t>
            </a:r>
            <a:endParaRPr lang="en-US" sz="1833" dirty="0"/>
          </a:p>
        </p:txBody>
      </p:sp>
      <p:sp>
        <p:nvSpPr>
          <p:cNvPr id="11" name="Text 9"/>
          <p:cNvSpPr/>
          <p:nvPr/>
        </p:nvSpPr>
        <p:spPr>
          <a:xfrm>
            <a:off x="818555" y="4731544"/>
            <a:ext cx="5000427" cy="1443633"/>
          </a:xfrm>
          <a:prstGeom prst="rect">
            <a:avLst/>
          </a:prstGeom>
          <a:noFill/>
          <a:ln/>
        </p:spPr>
        <p:txBody>
          <a:bodyPr wrap="square" lIns="0" tIns="0" rIns="0" bIns="0" rtlCol="0" anchor="t"/>
          <a:lstStyle/>
          <a:p>
            <a:pPr>
              <a:lnSpc>
                <a:spcPts val="2250"/>
              </a:lnSpc>
            </a:pPr>
            <a:r>
              <a:rPr lang="en-US" sz="1417" dirty="0">
                <a:solidFill>
                  <a:srgbClr val="272525"/>
                </a:solidFill>
                <a:latin typeface="Inter" pitchFamily="34" charset="0"/>
                <a:ea typeface="Inter" pitchFamily="34" charset="-122"/>
                <a:cs typeface="Inter" pitchFamily="34" charset="-120"/>
              </a:rPr>
              <a:t>Performing arithmetic operations in the octal system, such as addition, subtraction, multiplication, and division, follows similar rules to the decimal system, with some minor variations to account for the base-8 nature of the system.</a:t>
            </a:r>
            <a:endParaRPr lang="en-US" sz="1417" dirty="0"/>
          </a:p>
        </p:txBody>
      </p:sp>
      <p:sp>
        <p:nvSpPr>
          <p:cNvPr id="12" name="Shape 10"/>
          <p:cNvSpPr/>
          <p:nvPr/>
        </p:nvSpPr>
        <p:spPr>
          <a:xfrm>
            <a:off x="6186290" y="4140299"/>
            <a:ext cx="5374084" cy="2221707"/>
          </a:xfrm>
          <a:prstGeom prst="roundRect">
            <a:avLst>
              <a:gd name="adj" fmla="val 3412"/>
            </a:avLst>
          </a:prstGeom>
          <a:solidFill>
            <a:srgbClr val="CCEEFF"/>
          </a:solidFill>
          <a:ln w="7620">
            <a:solidFill>
              <a:srgbClr val="B2D4E5"/>
            </a:solidFill>
            <a:prstDash val="solid"/>
          </a:ln>
        </p:spPr>
      </p:sp>
      <p:sp>
        <p:nvSpPr>
          <p:cNvPr id="13" name="Text 11"/>
          <p:cNvSpPr/>
          <p:nvPr/>
        </p:nvSpPr>
        <p:spPr>
          <a:xfrm>
            <a:off x="6373119" y="4327129"/>
            <a:ext cx="2369046" cy="296168"/>
          </a:xfrm>
          <a:prstGeom prst="rect">
            <a:avLst/>
          </a:prstGeom>
          <a:noFill/>
          <a:ln/>
        </p:spPr>
        <p:txBody>
          <a:bodyPr wrap="none" lIns="0" tIns="0" rIns="0" bIns="0" rtlCol="0" anchor="t"/>
          <a:lstStyle/>
          <a:p>
            <a:pPr>
              <a:lnSpc>
                <a:spcPts val="2292"/>
              </a:lnSpc>
            </a:pPr>
            <a:r>
              <a:rPr lang="en-US" sz="1833" b="1" dirty="0">
                <a:solidFill>
                  <a:srgbClr val="272525"/>
                </a:solidFill>
                <a:latin typeface="Petrona Bold" pitchFamily="34" charset="0"/>
                <a:ea typeface="Petrona Bold" pitchFamily="34" charset="-122"/>
                <a:cs typeface="Petrona Bold" pitchFamily="34" charset="-120"/>
              </a:rPr>
              <a:t>Conversion to Binary</a:t>
            </a:r>
            <a:endParaRPr lang="en-US" sz="1833" dirty="0"/>
          </a:p>
        </p:txBody>
      </p:sp>
      <p:sp>
        <p:nvSpPr>
          <p:cNvPr id="14" name="Text 12"/>
          <p:cNvSpPr/>
          <p:nvPr/>
        </p:nvSpPr>
        <p:spPr>
          <a:xfrm>
            <a:off x="6373118" y="4731544"/>
            <a:ext cx="5000427" cy="866180"/>
          </a:xfrm>
          <a:prstGeom prst="rect">
            <a:avLst/>
          </a:prstGeom>
          <a:noFill/>
          <a:ln/>
        </p:spPr>
        <p:txBody>
          <a:bodyPr wrap="square" lIns="0" tIns="0" rIns="0" bIns="0" rtlCol="0" anchor="t"/>
          <a:lstStyle/>
          <a:p>
            <a:pPr>
              <a:lnSpc>
                <a:spcPts val="2250"/>
              </a:lnSpc>
            </a:pPr>
            <a:r>
              <a:rPr lang="en-US" sz="1417" dirty="0">
                <a:solidFill>
                  <a:srgbClr val="272525"/>
                </a:solidFill>
                <a:latin typeface="Inter" pitchFamily="34" charset="0"/>
                <a:ea typeface="Inter" pitchFamily="34" charset="-122"/>
                <a:cs typeface="Inter" pitchFamily="34" charset="-120"/>
              </a:rPr>
              <a:t>Octal numbers can be easily converted to and from binary, making it a useful intermediate representation for working with digital systems and data structures.</a:t>
            </a:r>
            <a:endParaRPr lang="en-US" sz="1417" dirty="0"/>
          </a:p>
        </p:txBody>
      </p:sp>
    </p:spTree>
    <p:extLst>
      <p:ext uri="{BB962C8B-B14F-4D97-AF65-F5344CB8AC3E}">
        <p14:creationId xmlns:p14="http://schemas.microsoft.com/office/powerpoint/2010/main" val="2808938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290917" y="1606368"/>
            <a:ext cx="8373035" cy="2677656"/>
          </a:xfrm>
          <a:prstGeom prst="rect">
            <a:avLst/>
          </a:prstGeom>
        </p:spPr>
        <p:txBody>
          <a:bodyPr wrap="square">
            <a:spAutoFit/>
          </a:bodyPr>
          <a:lstStyle/>
          <a:p>
            <a:r>
              <a:rPr lang="en-US" sz="2800" b="1"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Example: Convert 215</a:t>
            </a:r>
            <a:r>
              <a:rPr lang="en-US" sz="1600" b="1" baseline="-25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8</a:t>
            </a:r>
            <a:r>
              <a:rPr lang="en-US" sz="2800" b="1"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into decimal.</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800" b="1"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Solution:</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215</a:t>
            </a:r>
            <a:r>
              <a:rPr lang="en-US" sz="1600" baseline="-25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8</a:t>
            </a:r>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 2 × 8</a:t>
            </a:r>
            <a:r>
              <a:rPr lang="en-US" sz="1600" baseline="30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+ 1 × 8</a:t>
            </a:r>
            <a:r>
              <a:rPr lang="en-US" sz="1600" baseline="30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+ 5 × 8</a:t>
            </a:r>
            <a:r>
              <a:rPr lang="en-US" sz="1600" baseline="30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2 × 64 + 1 × 8 + 5 × 1</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128 + 8 + 5</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141</a:t>
            </a:r>
            <a:r>
              <a:rPr lang="en-US" sz="1600" baseline="-25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4855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2541" y="504825"/>
            <a:ext cx="6521748" cy="602357"/>
          </a:xfrm>
          <a:prstGeom prst="rect">
            <a:avLst/>
          </a:prstGeom>
          <a:noFill/>
          <a:ln/>
        </p:spPr>
        <p:txBody>
          <a:bodyPr wrap="none" lIns="0" tIns="0" rIns="0" bIns="0" rtlCol="0" anchor="t"/>
          <a:lstStyle/>
          <a:p>
            <a:pPr>
              <a:lnSpc>
                <a:spcPts val="4708"/>
              </a:lnSpc>
            </a:pPr>
            <a:r>
              <a:rPr lang="en-US" sz="3792" b="1" dirty="0">
                <a:solidFill>
                  <a:srgbClr val="000000"/>
                </a:solidFill>
                <a:latin typeface="Petrona Bold" pitchFamily="34" charset="0"/>
                <a:ea typeface="Petrona Bold" pitchFamily="34" charset="-122"/>
                <a:cs typeface="Petrona Bold" pitchFamily="34" charset="-120"/>
              </a:rPr>
              <a:t>Hexadecimal Number System</a:t>
            </a:r>
            <a:endParaRPr lang="en-US" sz="3792" dirty="0"/>
          </a:p>
        </p:txBody>
      </p:sp>
      <p:pic>
        <p:nvPicPr>
          <p:cNvPr id="3" name="Image 0" descr="preencoded.png"/>
          <p:cNvPicPr>
            <a:picLocks noChangeAspect="1"/>
          </p:cNvPicPr>
          <p:nvPr/>
        </p:nvPicPr>
        <p:blipFill>
          <a:blip r:embed="rId3"/>
          <a:stretch>
            <a:fillRect/>
          </a:stretch>
        </p:blipFill>
        <p:spPr>
          <a:xfrm>
            <a:off x="642541" y="1474292"/>
            <a:ext cx="458887" cy="458887"/>
          </a:xfrm>
          <a:prstGeom prst="rect">
            <a:avLst/>
          </a:prstGeom>
        </p:spPr>
      </p:pic>
      <p:sp>
        <p:nvSpPr>
          <p:cNvPr id="4" name="Text 1"/>
          <p:cNvSpPr/>
          <p:nvPr/>
        </p:nvSpPr>
        <p:spPr>
          <a:xfrm>
            <a:off x="642541" y="2116733"/>
            <a:ext cx="2409528" cy="301228"/>
          </a:xfrm>
          <a:prstGeom prst="rect">
            <a:avLst/>
          </a:prstGeom>
          <a:noFill/>
          <a:ln/>
        </p:spPr>
        <p:txBody>
          <a:bodyPr wrap="none" lIns="0" tIns="0" rIns="0" bIns="0" rtlCol="0" anchor="t"/>
          <a:lstStyle/>
          <a:p>
            <a:pPr>
              <a:lnSpc>
                <a:spcPts val="2333"/>
              </a:lnSpc>
            </a:pPr>
            <a:r>
              <a:rPr lang="en-US" sz="1875" b="1" dirty="0">
                <a:solidFill>
                  <a:srgbClr val="272525"/>
                </a:solidFill>
                <a:latin typeface="Petrona Bold" pitchFamily="34" charset="0"/>
                <a:ea typeface="Petrona Bold" pitchFamily="34" charset="-122"/>
                <a:cs typeface="Petrona Bold" pitchFamily="34" charset="-120"/>
              </a:rPr>
              <a:t>Base 16</a:t>
            </a:r>
            <a:endParaRPr lang="en-US" sz="1875" dirty="0"/>
          </a:p>
        </p:txBody>
      </p:sp>
      <p:sp>
        <p:nvSpPr>
          <p:cNvPr id="5" name="Text 2"/>
          <p:cNvSpPr/>
          <p:nvPr/>
        </p:nvSpPr>
        <p:spPr>
          <a:xfrm>
            <a:off x="642541" y="2528094"/>
            <a:ext cx="2520157" cy="2936875"/>
          </a:xfrm>
          <a:prstGeom prst="rect">
            <a:avLst/>
          </a:prstGeom>
          <a:noFill/>
          <a:ln/>
        </p:spPr>
        <p:txBody>
          <a:bodyPr wrap="square" lIns="0" tIns="0" rIns="0" bIns="0" rtlCol="0" anchor="t"/>
          <a:lstStyle/>
          <a:p>
            <a:pPr>
              <a:lnSpc>
                <a:spcPts val="2292"/>
              </a:lnSpc>
            </a:pPr>
            <a:r>
              <a:rPr lang="en-US" sz="1417" dirty="0">
                <a:solidFill>
                  <a:srgbClr val="272525"/>
                </a:solidFill>
                <a:latin typeface="Inter" pitchFamily="34" charset="0"/>
                <a:ea typeface="Inter" pitchFamily="34" charset="-122"/>
                <a:cs typeface="Inter" pitchFamily="34" charset="-120"/>
              </a:rPr>
              <a:t>The hexadecimal number system, or base 16, uses the digits 0 through 9 and the letters A through F to represent numerical values. It is a compact and efficient way to represent binary data, as each hexadecimal digit corresponds to four binary digits (bits).</a:t>
            </a:r>
            <a:endParaRPr lang="en-US" sz="1417" dirty="0"/>
          </a:p>
        </p:txBody>
      </p:sp>
      <p:pic>
        <p:nvPicPr>
          <p:cNvPr id="6" name="Image 1" descr="preencoded.png"/>
          <p:cNvPicPr>
            <a:picLocks noChangeAspect="1"/>
          </p:cNvPicPr>
          <p:nvPr/>
        </p:nvPicPr>
        <p:blipFill>
          <a:blip r:embed="rId4"/>
          <a:stretch>
            <a:fillRect/>
          </a:stretch>
        </p:blipFill>
        <p:spPr>
          <a:xfrm>
            <a:off x="3438029" y="1474292"/>
            <a:ext cx="458887" cy="458887"/>
          </a:xfrm>
          <a:prstGeom prst="rect">
            <a:avLst/>
          </a:prstGeom>
        </p:spPr>
      </p:pic>
      <p:sp>
        <p:nvSpPr>
          <p:cNvPr id="7" name="Text 3"/>
          <p:cNvSpPr/>
          <p:nvPr/>
        </p:nvSpPr>
        <p:spPr>
          <a:xfrm>
            <a:off x="3438030" y="2116732"/>
            <a:ext cx="2520256" cy="602457"/>
          </a:xfrm>
          <a:prstGeom prst="rect">
            <a:avLst/>
          </a:prstGeom>
          <a:noFill/>
          <a:ln/>
        </p:spPr>
        <p:txBody>
          <a:bodyPr wrap="square" lIns="0" tIns="0" rIns="0" bIns="0" rtlCol="0" anchor="t"/>
          <a:lstStyle/>
          <a:p>
            <a:pPr>
              <a:lnSpc>
                <a:spcPts val="2333"/>
              </a:lnSpc>
            </a:pPr>
            <a:r>
              <a:rPr lang="en-US" sz="1875" b="1" dirty="0">
                <a:solidFill>
                  <a:srgbClr val="272525"/>
                </a:solidFill>
                <a:latin typeface="Petrona Bold" pitchFamily="34" charset="0"/>
                <a:ea typeface="Petrona Bold" pitchFamily="34" charset="-122"/>
                <a:cs typeface="Petrona Bold" pitchFamily="34" charset="-120"/>
              </a:rPr>
              <a:t>Computer Applications</a:t>
            </a:r>
            <a:endParaRPr lang="en-US" sz="1875" dirty="0"/>
          </a:p>
        </p:txBody>
      </p:sp>
      <p:sp>
        <p:nvSpPr>
          <p:cNvPr id="8" name="Text 4"/>
          <p:cNvSpPr/>
          <p:nvPr/>
        </p:nvSpPr>
        <p:spPr>
          <a:xfrm>
            <a:off x="3438030" y="2829322"/>
            <a:ext cx="2520256" cy="3524250"/>
          </a:xfrm>
          <a:prstGeom prst="rect">
            <a:avLst/>
          </a:prstGeom>
          <a:noFill/>
          <a:ln/>
        </p:spPr>
        <p:txBody>
          <a:bodyPr wrap="square" lIns="0" tIns="0" rIns="0" bIns="0" rtlCol="0" anchor="t"/>
          <a:lstStyle/>
          <a:p>
            <a:pPr>
              <a:lnSpc>
                <a:spcPts val="2292"/>
              </a:lnSpc>
            </a:pPr>
            <a:r>
              <a:rPr lang="en-US" sz="1417" dirty="0">
                <a:solidFill>
                  <a:srgbClr val="272525"/>
                </a:solidFill>
                <a:latin typeface="Inter" pitchFamily="34" charset="0"/>
                <a:ea typeface="Inter" pitchFamily="34" charset="-122"/>
                <a:cs typeface="Inter" pitchFamily="34" charset="-120"/>
              </a:rPr>
              <a:t>Hexadecimal is widely used in computer science and programming, especially in areas like memory addressing, color representation, and low-level system programming. Its compact nature and easy conversion to and from binary make it a valuable tool for working with digital systems.</a:t>
            </a:r>
            <a:endParaRPr lang="en-US" sz="1417" dirty="0"/>
          </a:p>
        </p:txBody>
      </p:sp>
      <p:pic>
        <p:nvPicPr>
          <p:cNvPr id="9" name="Image 2" descr="preencoded.png"/>
          <p:cNvPicPr>
            <a:picLocks noChangeAspect="1"/>
          </p:cNvPicPr>
          <p:nvPr/>
        </p:nvPicPr>
        <p:blipFill>
          <a:blip r:embed="rId5"/>
          <a:stretch>
            <a:fillRect/>
          </a:stretch>
        </p:blipFill>
        <p:spPr>
          <a:xfrm>
            <a:off x="6233617" y="1474292"/>
            <a:ext cx="458887" cy="458887"/>
          </a:xfrm>
          <a:prstGeom prst="rect">
            <a:avLst/>
          </a:prstGeom>
        </p:spPr>
      </p:pic>
      <p:sp>
        <p:nvSpPr>
          <p:cNvPr id="10" name="Text 5"/>
          <p:cNvSpPr/>
          <p:nvPr/>
        </p:nvSpPr>
        <p:spPr>
          <a:xfrm>
            <a:off x="6233617" y="2116733"/>
            <a:ext cx="2496046" cy="301228"/>
          </a:xfrm>
          <a:prstGeom prst="rect">
            <a:avLst/>
          </a:prstGeom>
          <a:noFill/>
          <a:ln/>
        </p:spPr>
        <p:txBody>
          <a:bodyPr wrap="none" lIns="0" tIns="0" rIns="0" bIns="0" rtlCol="0" anchor="t"/>
          <a:lstStyle/>
          <a:p>
            <a:pPr>
              <a:lnSpc>
                <a:spcPts val="2333"/>
              </a:lnSpc>
            </a:pPr>
            <a:r>
              <a:rPr lang="en-US" sz="1875" b="1" dirty="0">
                <a:solidFill>
                  <a:srgbClr val="272525"/>
                </a:solidFill>
                <a:latin typeface="Petrona Bold" pitchFamily="34" charset="0"/>
                <a:ea typeface="Petrona Bold" pitchFamily="34" charset="-122"/>
                <a:cs typeface="Petrona Bold" pitchFamily="34" charset="-120"/>
              </a:rPr>
              <a:t>Arithmetic Operations</a:t>
            </a:r>
            <a:endParaRPr lang="en-US" sz="1875" dirty="0"/>
          </a:p>
        </p:txBody>
      </p:sp>
      <p:sp>
        <p:nvSpPr>
          <p:cNvPr id="11" name="Text 6"/>
          <p:cNvSpPr/>
          <p:nvPr/>
        </p:nvSpPr>
        <p:spPr>
          <a:xfrm>
            <a:off x="6233617" y="2528094"/>
            <a:ext cx="2520256" cy="2936875"/>
          </a:xfrm>
          <a:prstGeom prst="rect">
            <a:avLst/>
          </a:prstGeom>
          <a:noFill/>
          <a:ln/>
        </p:spPr>
        <p:txBody>
          <a:bodyPr wrap="square" lIns="0" tIns="0" rIns="0" bIns="0" rtlCol="0" anchor="t"/>
          <a:lstStyle/>
          <a:p>
            <a:pPr>
              <a:lnSpc>
                <a:spcPts val="2292"/>
              </a:lnSpc>
            </a:pPr>
            <a:r>
              <a:rPr lang="en-US" sz="1417" dirty="0">
                <a:solidFill>
                  <a:srgbClr val="272525"/>
                </a:solidFill>
                <a:latin typeface="Inter" pitchFamily="34" charset="0"/>
                <a:ea typeface="Inter" pitchFamily="34" charset="-122"/>
                <a:cs typeface="Inter" pitchFamily="34" charset="-120"/>
              </a:rPr>
              <a:t>Performing arithmetic operations in the hexadecimal system, such as addition, subtraction, multiplication, and division, follows similar rules to the decimal system, with some variations to account for the base-16 nature of the system.</a:t>
            </a:r>
            <a:endParaRPr lang="en-US" sz="1417" dirty="0"/>
          </a:p>
        </p:txBody>
      </p:sp>
      <p:pic>
        <p:nvPicPr>
          <p:cNvPr id="12" name="Image 3" descr="preencoded.png"/>
          <p:cNvPicPr>
            <a:picLocks noChangeAspect="1"/>
          </p:cNvPicPr>
          <p:nvPr/>
        </p:nvPicPr>
        <p:blipFill>
          <a:blip r:embed="rId6"/>
          <a:stretch>
            <a:fillRect/>
          </a:stretch>
        </p:blipFill>
        <p:spPr>
          <a:xfrm>
            <a:off x="9029204" y="1474292"/>
            <a:ext cx="458887" cy="458887"/>
          </a:xfrm>
          <a:prstGeom prst="rect">
            <a:avLst/>
          </a:prstGeom>
        </p:spPr>
      </p:pic>
      <p:sp>
        <p:nvSpPr>
          <p:cNvPr id="13" name="Text 7"/>
          <p:cNvSpPr/>
          <p:nvPr/>
        </p:nvSpPr>
        <p:spPr>
          <a:xfrm>
            <a:off x="9029205" y="2116732"/>
            <a:ext cx="2520256" cy="602457"/>
          </a:xfrm>
          <a:prstGeom prst="rect">
            <a:avLst/>
          </a:prstGeom>
          <a:noFill/>
          <a:ln/>
        </p:spPr>
        <p:txBody>
          <a:bodyPr wrap="square" lIns="0" tIns="0" rIns="0" bIns="0" rtlCol="0" anchor="t"/>
          <a:lstStyle/>
          <a:p>
            <a:pPr>
              <a:lnSpc>
                <a:spcPts val="2333"/>
              </a:lnSpc>
            </a:pPr>
            <a:r>
              <a:rPr lang="en-US" sz="1875" b="1" dirty="0">
                <a:solidFill>
                  <a:srgbClr val="272525"/>
                </a:solidFill>
                <a:latin typeface="Petrona Bold" pitchFamily="34" charset="0"/>
                <a:ea typeface="Petrona Bold" pitchFamily="34" charset="-122"/>
                <a:cs typeface="Petrona Bold" pitchFamily="34" charset="-120"/>
              </a:rPr>
              <a:t>Conversion Capabilities</a:t>
            </a:r>
            <a:endParaRPr lang="en-US" sz="1875" dirty="0"/>
          </a:p>
        </p:txBody>
      </p:sp>
      <p:sp>
        <p:nvSpPr>
          <p:cNvPr id="14" name="Text 8"/>
          <p:cNvSpPr/>
          <p:nvPr/>
        </p:nvSpPr>
        <p:spPr>
          <a:xfrm>
            <a:off x="9029205" y="2829322"/>
            <a:ext cx="2520256" cy="2055813"/>
          </a:xfrm>
          <a:prstGeom prst="rect">
            <a:avLst/>
          </a:prstGeom>
          <a:noFill/>
          <a:ln/>
        </p:spPr>
        <p:txBody>
          <a:bodyPr wrap="square" lIns="0" tIns="0" rIns="0" bIns="0" rtlCol="0" anchor="t"/>
          <a:lstStyle/>
          <a:p>
            <a:pPr>
              <a:lnSpc>
                <a:spcPts val="2292"/>
              </a:lnSpc>
            </a:pPr>
            <a:r>
              <a:rPr lang="en-US" sz="1417" dirty="0">
                <a:solidFill>
                  <a:srgbClr val="272525"/>
                </a:solidFill>
                <a:latin typeface="Inter" pitchFamily="34" charset="0"/>
                <a:ea typeface="Inter" pitchFamily="34" charset="-122"/>
                <a:cs typeface="Inter" pitchFamily="34" charset="-120"/>
              </a:rPr>
              <a:t>Hexadecimal numbers can be easily converted to and from binary and decimal, making it a versatile system for working with digital data and performing various computational tasks.</a:t>
            </a:r>
            <a:endParaRPr lang="en-US" sz="1417" dirty="0"/>
          </a:p>
        </p:txBody>
      </p:sp>
    </p:spTree>
    <p:extLst>
      <p:ext uri="{BB962C8B-B14F-4D97-AF65-F5344CB8AC3E}">
        <p14:creationId xmlns:p14="http://schemas.microsoft.com/office/powerpoint/2010/main" val="3681995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2754536753"/>
              </p:ext>
            </p:extLst>
          </p:nvPr>
        </p:nvGraphicFramePr>
        <p:xfrm>
          <a:off x="1169262" y="990347"/>
          <a:ext cx="8100245" cy="1358405"/>
        </p:xfrm>
        <a:graphic>
          <a:graphicData uri="http://schemas.openxmlformats.org/drawingml/2006/table">
            <a:tbl>
              <a:tblPr firstRow="1" firstCol="1" bandRow="1">
                <a:tableStyleId>{5C22544A-7EE6-4342-B048-85BDC9FD1C3A}</a:tableStyleId>
              </a:tblPr>
              <a:tblGrid>
                <a:gridCol w="476485">
                  <a:extLst>
                    <a:ext uri="{9D8B030D-6E8A-4147-A177-3AD203B41FA5}">
                      <a16:colId xmlns:a16="http://schemas.microsoft.com/office/drawing/2014/main" val="2957896082"/>
                    </a:ext>
                  </a:extLst>
                </a:gridCol>
                <a:gridCol w="476485">
                  <a:extLst>
                    <a:ext uri="{9D8B030D-6E8A-4147-A177-3AD203B41FA5}">
                      <a16:colId xmlns:a16="http://schemas.microsoft.com/office/drawing/2014/main" val="1765979484"/>
                    </a:ext>
                  </a:extLst>
                </a:gridCol>
                <a:gridCol w="476485">
                  <a:extLst>
                    <a:ext uri="{9D8B030D-6E8A-4147-A177-3AD203B41FA5}">
                      <a16:colId xmlns:a16="http://schemas.microsoft.com/office/drawing/2014/main" val="2376414979"/>
                    </a:ext>
                  </a:extLst>
                </a:gridCol>
                <a:gridCol w="476485">
                  <a:extLst>
                    <a:ext uri="{9D8B030D-6E8A-4147-A177-3AD203B41FA5}">
                      <a16:colId xmlns:a16="http://schemas.microsoft.com/office/drawing/2014/main" val="287612250"/>
                    </a:ext>
                  </a:extLst>
                </a:gridCol>
                <a:gridCol w="476485">
                  <a:extLst>
                    <a:ext uri="{9D8B030D-6E8A-4147-A177-3AD203B41FA5}">
                      <a16:colId xmlns:a16="http://schemas.microsoft.com/office/drawing/2014/main" val="318699097"/>
                    </a:ext>
                  </a:extLst>
                </a:gridCol>
                <a:gridCol w="476485">
                  <a:extLst>
                    <a:ext uri="{9D8B030D-6E8A-4147-A177-3AD203B41FA5}">
                      <a16:colId xmlns:a16="http://schemas.microsoft.com/office/drawing/2014/main" val="1241254951"/>
                    </a:ext>
                  </a:extLst>
                </a:gridCol>
                <a:gridCol w="476485">
                  <a:extLst>
                    <a:ext uri="{9D8B030D-6E8A-4147-A177-3AD203B41FA5}">
                      <a16:colId xmlns:a16="http://schemas.microsoft.com/office/drawing/2014/main" val="701016821"/>
                    </a:ext>
                  </a:extLst>
                </a:gridCol>
                <a:gridCol w="476485">
                  <a:extLst>
                    <a:ext uri="{9D8B030D-6E8A-4147-A177-3AD203B41FA5}">
                      <a16:colId xmlns:a16="http://schemas.microsoft.com/office/drawing/2014/main" val="1092446076"/>
                    </a:ext>
                  </a:extLst>
                </a:gridCol>
                <a:gridCol w="476485">
                  <a:extLst>
                    <a:ext uri="{9D8B030D-6E8A-4147-A177-3AD203B41FA5}">
                      <a16:colId xmlns:a16="http://schemas.microsoft.com/office/drawing/2014/main" val="3599866341"/>
                    </a:ext>
                  </a:extLst>
                </a:gridCol>
                <a:gridCol w="476485">
                  <a:extLst>
                    <a:ext uri="{9D8B030D-6E8A-4147-A177-3AD203B41FA5}">
                      <a16:colId xmlns:a16="http://schemas.microsoft.com/office/drawing/2014/main" val="2687657783"/>
                    </a:ext>
                  </a:extLst>
                </a:gridCol>
                <a:gridCol w="476485">
                  <a:extLst>
                    <a:ext uri="{9D8B030D-6E8A-4147-A177-3AD203B41FA5}">
                      <a16:colId xmlns:a16="http://schemas.microsoft.com/office/drawing/2014/main" val="1656667789"/>
                    </a:ext>
                  </a:extLst>
                </a:gridCol>
                <a:gridCol w="476485">
                  <a:extLst>
                    <a:ext uri="{9D8B030D-6E8A-4147-A177-3AD203B41FA5}">
                      <a16:colId xmlns:a16="http://schemas.microsoft.com/office/drawing/2014/main" val="739000128"/>
                    </a:ext>
                  </a:extLst>
                </a:gridCol>
                <a:gridCol w="476485">
                  <a:extLst>
                    <a:ext uri="{9D8B030D-6E8A-4147-A177-3AD203B41FA5}">
                      <a16:colId xmlns:a16="http://schemas.microsoft.com/office/drawing/2014/main" val="1913193659"/>
                    </a:ext>
                  </a:extLst>
                </a:gridCol>
                <a:gridCol w="476485">
                  <a:extLst>
                    <a:ext uri="{9D8B030D-6E8A-4147-A177-3AD203B41FA5}">
                      <a16:colId xmlns:a16="http://schemas.microsoft.com/office/drawing/2014/main" val="238879680"/>
                    </a:ext>
                  </a:extLst>
                </a:gridCol>
                <a:gridCol w="476485">
                  <a:extLst>
                    <a:ext uri="{9D8B030D-6E8A-4147-A177-3AD203B41FA5}">
                      <a16:colId xmlns:a16="http://schemas.microsoft.com/office/drawing/2014/main" val="691565307"/>
                    </a:ext>
                  </a:extLst>
                </a:gridCol>
                <a:gridCol w="476485">
                  <a:extLst>
                    <a:ext uri="{9D8B030D-6E8A-4147-A177-3AD203B41FA5}">
                      <a16:colId xmlns:a16="http://schemas.microsoft.com/office/drawing/2014/main" val="195282489"/>
                    </a:ext>
                  </a:extLst>
                </a:gridCol>
                <a:gridCol w="476485">
                  <a:extLst>
                    <a:ext uri="{9D8B030D-6E8A-4147-A177-3AD203B41FA5}">
                      <a16:colId xmlns:a16="http://schemas.microsoft.com/office/drawing/2014/main" val="629194299"/>
                    </a:ext>
                  </a:extLst>
                </a:gridCol>
              </a:tblGrid>
              <a:tr h="811510">
                <a:tc>
                  <a:txBody>
                    <a:bodyPr/>
                    <a:lstStyle/>
                    <a:p>
                      <a:pPr>
                        <a:lnSpc>
                          <a:spcPct val="107000"/>
                        </a:lnSpc>
                        <a:spcAft>
                          <a:spcPts val="1500"/>
                        </a:spcAft>
                      </a:pPr>
                      <a:r>
                        <a:rPr lang="ru-RU" sz="1050">
                          <a:effectLst/>
                        </a:rPr>
                        <a:t>Hexadecimal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F</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164250"/>
                  </a:ext>
                </a:extLst>
              </a:tr>
              <a:tr h="546895">
                <a:tc>
                  <a:txBody>
                    <a:bodyPr/>
                    <a:lstStyle/>
                    <a:p>
                      <a:pPr>
                        <a:lnSpc>
                          <a:spcPct val="107000"/>
                        </a:lnSpc>
                        <a:spcAft>
                          <a:spcPts val="1500"/>
                        </a:spcAft>
                      </a:pPr>
                      <a:r>
                        <a:rPr lang="ru-RU" sz="1050">
                          <a:effectLst/>
                        </a:rPr>
                        <a:t>Decimal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11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12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13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a:effectLst/>
                        </a:rPr>
                        <a:t>14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7000"/>
                        </a:lnSpc>
                        <a:spcAft>
                          <a:spcPts val="1500"/>
                        </a:spcAft>
                      </a:pPr>
                      <a:r>
                        <a:rPr lang="ru-RU" sz="1050" dirty="0">
                          <a:effectLst/>
                        </a:rPr>
                        <a:t>15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693089267"/>
                  </a:ext>
                </a:extLst>
              </a:tr>
            </a:tbl>
          </a:graphicData>
        </a:graphic>
      </p:graphicFrame>
      <p:sp>
        <p:nvSpPr>
          <p:cNvPr id="3" name="Прямоугольник 2"/>
          <p:cNvSpPr/>
          <p:nvPr/>
        </p:nvSpPr>
        <p:spPr>
          <a:xfrm>
            <a:off x="1169262" y="3353725"/>
            <a:ext cx="8785412" cy="1888466"/>
          </a:xfrm>
          <a:prstGeom prst="rect">
            <a:avLst/>
          </a:prstGeom>
        </p:spPr>
        <p:txBody>
          <a:bodyPr wrap="square">
            <a:spAutoFit/>
          </a:bodyPr>
          <a:lstStyle/>
          <a:p>
            <a:pPr>
              <a:lnSpc>
                <a:spcPts val="1800"/>
              </a:lnSpc>
              <a:spcAft>
                <a:spcPts val="1200"/>
              </a:spcAft>
            </a:pPr>
            <a:r>
              <a:rPr lang="en-US" sz="2800" dirty="0" smtClean="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Example:</a:t>
            </a:r>
          </a:p>
          <a:p>
            <a:pPr>
              <a:lnSpc>
                <a:spcPts val="1800"/>
              </a:lnSpc>
              <a:spcAft>
                <a:spcPts val="1200"/>
              </a:spcAft>
            </a:pPr>
            <a:r>
              <a:rPr lang="en-US" sz="2800" dirty="0" smtClean="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(1056)</a:t>
            </a:r>
            <a:r>
              <a:rPr lang="en-US" sz="2800" baseline="-25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16</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ts val="1800"/>
              </a:lnSpc>
              <a:spcAft>
                <a:spcPts val="1200"/>
              </a:spcAft>
            </a:pPr>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1 × 16</a:t>
            </a:r>
            <a:r>
              <a:rPr lang="en-US" sz="2800" baseline="30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+ 0 × 16</a:t>
            </a:r>
            <a:r>
              <a:rPr lang="en-US" sz="2800" baseline="30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+ 5 × 16</a:t>
            </a:r>
            <a:r>
              <a:rPr lang="en-US" sz="2800" baseline="30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+ 6 × 160</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ts val="1800"/>
              </a:lnSpc>
              <a:spcAft>
                <a:spcPts val="1200"/>
              </a:spcAft>
            </a:pPr>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4096 + 0 + 80 + 6</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ts val="1800"/>
              </a:lnSpc>
              <a:spcAft>
                <a:spcPts val="1200"/>
              </a:spcAft>
            </a:pPr>
            <a:r>
              <a:rPr lang="en-US" sz="28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 (4182)</a:t>
            </a:r>
            <a:r>
              <a:rPr lang="en-US" sz="2800" baseline="-25000" dirty="0" smtClean="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2738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7829" y="446088"/>
            <a:ext cx="8308975" cy="532308"/>
          </a:xfrm>
          <a:prstGeom prst="rect">
            <a:avLst/>
          </a:prstGeom>
          <a:noFill/>
          <a:ln/>
        </p:spPr>
        <p:txBody>
          <a:bodyPr wrap="none" lIns="0" tIns="0" rIns="0" bIns="0" rtlCol="0" anchor="t"/>
          <a:lstStyle/>
          <a:p>
            <a:pPr>
              <a:lnSpc>
                <a:spcPts val="4167"/>
              </a:lnSpc>
            </a:pPr>
            <a:r>
              <a:rPr lang="en-US" sz="3333" b="1" dirty="0">
                <a:solidFill>
                  <a:srgbClr val="000000"/>
                </a:solidFill>
                <a:latin typeface="Petrona Bold" pitchFamily="34" charset="0"/>
                <a:ea typeface="Petrona Bold" pitchFamily="34" charset="-122"/>
                <a:cs typeface="Petrona Bold" pitchFamily="34" charset="-120"/>
              </a:rPr>
              <a:t>Arithmetic Operations in Number Systems</a:t>
            </a:r>
            <a:endParaRPr lang="en-US" sz="3333" dirty="0"/>
          </a:p>
        </p:txBody>
      </p:sp>
      <p:pic>
        <p:nvPicPr>
          <p:cNvPr id="3" name="Image 0" descr="preencoded.png"/>
          <p:cNvPicPr>
            <a:picLocks noChangeAspect="1"/>
          </p:cNvPicPr>
          <p:nvPr/>
        </p:nvPicPr>
        <p:blipFill>
          <a:blip r:embed="rId3"/>
          <a:stretch>
            <a:fillRect/>
          </a:stretch>
        </p:blipFill>
        <p:spPr>
          <a:xfrm>
            <a:off x="567829" y="1221681"/>
            <a:ext cx="811213" cy="1297881"/>
          </a:xfrm>
          <a:prstGeom prst="rect">
            <a:avLst/>
          </a:prstGeom>
        </p:spPr>
      </p:pic>
      <p:sp>
        <p:nvSpPr>
          <p:cNvPr id="4" name="Text 1"/>
          <p:cNvSpPr/>
          <p:nvPr/>
        </p:nvSpPr>
        <p:spPr>
          <a:xfrm>
            <a:off x="1622326" y="1383903"/>
            <a:ext cx="2129433" cy="266105"/>
          </a:xfrm>
          <a:prstGeom prst="rect">
            <a:avLst/>
          </a:prstGeom>
          <a:noFill/>
          <a:ln/>
        </p:spPr>
        <p:txBody>
          <a:bodyPr wrap="none" lIns="0" tIns="0" rIns="0" bIns="0" rtlCol="0" anchor="t"/>
          <a:lstStyle/>
          <a:p>
            <a:pPr>
              <a:lnSpc>
                <a:spcPts val="2083"/>
              </a:lnSpc>
            </a:pPr>
            <a:r>
              <a:rPr lang="en-US" sz="1667" b="1" dirty="0">
                <a:solidFill>
                  <a:srgbClr val="272525"/>
                </a:solidFill>
                <a:latin typeface="Petrona Bold" pitchFamily="34" charset="0"/>
                <a:ea typeface="Petrona Bold" pitchFamily="34" charset="-122"/>
                <a:cs typeface="Petrona Bold" pitchFamily="34" charset="-120"/>
              </a:rPr>
              <a:t>Addition</a:t>
            </a:r>
            <a:endParaRPr lang="en-US" sz="1667" dirty="0"/>
          </a:p>
        </p:txBody>
      </p:sp>
      <p:sp>
        <p:nvSpPr>
          <p:cNvPr id="5" name="Text 2"/>
          <p:cNvSpPr/>
          <p:nvPr/>
        </p:nvSpPr>
        <p:spPr>
          <a:xfrm>
            <a:off x="1622326" y="1747342"/>
            <a:ext cx="10001845" cy="519113"/>
          </a:xfrm>
          <a:prstGeom prst="rect">
            <a:avLst/>
          </a:prstGeom>
          <a:noFill/>
          <a:ln/>
        </p:spPr>
        <p:txBody>
          <a:bodyPr wrap="square" lIns="0" tIns="0" rIns="0" bIns="0" rtlCol="0" anchor="t"/>
          <a:lstStyle/>
          <a:p>
            <a:pPr>
              <a:lnSpc>
                <a:spcPts val="2042"/>
              </a:lnSpc>
            </a:pPr>
            <a:r>
              <a:rPr lang="en-US" sz="1250" dirty="0">
                <a:solidFill>
                  <a:srgbClr val="272525"/>
                </a:solidFill>
                <a:latin typeface="Inter" pitchFamily="34" charset="0"/>
                <a:ea typeface="Inter" pitchFamily="34" charset="-122"/>
                <a:cs typeface="Inter" pitchFamily="34" charset="-120"/>
              </a:rPr>
              <a:t>Adding numbers within a number system follows specific rules and algorithms, taking into account the base of the system and any necessary carries or borrows.</a:t>
            </a:r>
            <a:endParaRPr lang="en-US" sz="1250" dirty="0"/>
          </a:p>
        </p:txBody>
      </p:sp>
      <p:pic>
        <p:nvPicPr>
          <p:cNvPr id="6" name="Image 1" descr="preencoded.png"/>
          <p:cNvPicPr>
            <a:picLocks noChangeAspect="1"/>
          </p:cNvPicPr>
          <p:nvPr/>
        </p:nvPicPr>
        <p:blipFill>
          <a:blip r:embed="rId4"/>
          <a:stretch>
            <a:fillRect/>
          </a:stretch>
        </p:blipFill>
        <p:spPr>
          <a:xfrm>
            <a:off x="567829" y="2519561"/>
            <a:ext cx="811213" cy="1297881"/>
          </a:xfrm>
          <a:prstGeom prst="rect">
            <a:avLst/>
          </a:prstGeom>
        </p:spPr>
      </p:pic>
      <p:sp>
        <p:nvSpPr>
          <p:cNvPr id="7" name="Text 3"/>
          <p:cNvSpPr/>
          <p:nvPr/>
        </p:nvSpPr>
        <p:spPr>
          <a:xfrm>
            <a:off x="1622326" y="2681783"/>
            <a:ext cx="2129433" cy="266105"/>
          </a:xfrm>
          <a:prstGeom prst="rect">
            <a:avLst/>
          </a:prstGeom>
          <a:noFill/>
          <a:ln/>
        </p:spPr>
        <p:txBody>
          <a:bodyPr wrap="none" lIns="0" tIns="0" rIns="0" bIns="0" rtlCol="0" anchor="t"/>
          <a:lstStyle/>
          <a:p>
            <a:pPr>
              <a:lnSpc>
                <a:spcPts val="2083"/>
              </a:lnSpc>
            </a:pPr>
            <a:r>
              <a:rPr lang="en-US" sz="1667" b="1" dirty="0">
                <a:solidFill>
                  <a:srgbClr val="272525"/>
                </a:solidFill>
                <a:latin typeface="Petrona Bold" pitchFamily="34" charset="0"/>
                <a:ea typeface="Petrona Bold" pitchFamily="34" charset="-122"/>
                <a:cs typeface="Petrona Bold" pitchFamily="34" charset="-120"/>
              </a:rPr>
              <a:t>Subtraction</a:t>
            </a:r>
            <a:endParaRPr lang="en-US" sz="1667" dirty="0"/>
          </a:p>
        </p:txBody>
      </p:sp>
      <p:sp>
        <p:nvSpPr>
          <p:cNvPr id="8" name="Text 4"/>
          <p:cNvSpPr/>
          <p:nvPr/>
        </p:nvSpPr>
        <p:spPr>
          <a:xfrm>
            <a:off x="1622326" y="3045222"/>
            <a:ext cx="10001845" cy="519113"/>
          </a:xfrm>
          <a:prstGeom prst="rect">
            <a:avLst/>
          </a:prstGeom>
          <a:noFill/>
          <a:ln/>
        </p:spPr>
        <p:txBody>
          <a:bodyPr wrap="square" lIns="0" tIns="0" rIns="0" bIns="0" rtlCol="0" anchor="t"/>
          <a:lstStyle/>
          <a:p>
            <a:pPr>
              <a:lnSpc>
                <a:spcPts val="2042"/>
              </a:lnSpc>
            </a:pPr>
            <a:r>
              <a:rPr lang="en-US" sz="1250" dirty="0">
                <a:solidFill>
                  <a:srgbClr val="272525"/>
                </a:solidFill>
                <a:latin typeface="Inter" pitchFamily="34" charset="0"/>
                <a:ea typeface="Inter" pitchFamily="34" charset="-122"/>
                <a:cs typeface="Inter" pitchFamily="34" charset="-120"/>
              </a:rPr>
              <a:t>Subtracting numbers in a number system also has its own set of rules, often involving the concept of borrowing or regrouping to ensure the correct result.</a:t>
            </a:r>
            <a:endParaRPr lang="en-US" sz="1250" dirty="0"/>
          </a:p>
        </p:txBody>
      </p:sp>
      <p:pic>
        <p:nvPicPr>
          <p:cNvPr id="9" name="Image 2" descr="preencoded.png"/>
          <p:cNvPicPr>
            <a:picLocks noChangeAspect="1"/>
          </p:cNvPicPr>
          <p:nvPr/>
        </p:nvPicPr>
        <p:blipFill>
          <a:blip r:embed="rId5"/>
          <a:stretch>
            <a:fillRect/>
          </a:stretch>
        </p:blipFill>
        <p:spPr>
          <a:xfrm>
            <a:off x="567829" y="3817442"/>
            <a:ext cx="811213" cy="1297881"/>
          </a:xfrm>
          <a:prstGeom prst="rect">
            <a:avLst/>
          </a:prstGeom>
        </p:spPr>
      </p:pic>
      <p:sp>
        <p:nvSpPr>
          <p:cNvPr id="10" name="Text 5"/>
          <p:cNvSpPr/>
          <p:nvPr/>
        </p:nvSpPr>
        <p:spPr>
          <a:xfrm>
            <a:off x="1622326" y="3979664"/>
            <a:ext cx="2129433" cy="266105"/>
          </a:xfrm>
          <a:prstGeom prst="rect">
            <a:avLst/>
          </a:prstGeom>
          <a:noFill/>
          <a:ln/>
        </p:spPr>
        <p:txBody>
          <a:bodyPr wrap="none" lIns="0" tIns="0" rIns="0" bIns="0" rtlCol="0" anchor="t"/>
          <a:lstStyle/>
          <a:p>
            <a:pPr>
              <a:lnSpc>
                <a:spcPts val="2083"/>
              </a:lnSpc>
            </a:pPr>
            <a:r>
              <a:rPr lang="en-US" sz="1667" b="1" dirty="0">
                <a:solidFill>
                  <a:srgbClr val="272525"/>
                </a:solidFill>
                <a:latin typeface="Petrona Bold" pitchFamily="34" charset="0"/>
                <a:ea typeface="Petrona Bold" pitchFamily="34" charset="-122"/>
                <a:cs typeface="Petrona Bold" pitchFamily="34" charset="-120"/>
              </a:rPr>
              <a:t>Multiplication</a:t>
            </a:r>
            <a:endParaRPr lang="en-US" sz="1667" dirty="0"/>
          </a:p>
        </p:txBody>
      </p:sp>
      <p:sp>
        <p:nvSpPr>
          <p:cNvPr id="11" name="Text 6"/>
          <p:cNvSpPr/>
          <p:nvPr/>
        </p:nvSpPr>
        <p:spPr>
          <a:xfrm>
            <a:off x="1622326" y="4343103"/>
            <a:ext cx="10001845" cy="519113"/>
          </a:xfrm>
          <a:prstGeom prst="rect">
            <a:avLst/>
          </a:prstGeom>
          <a:noFill/>
          <a:ln/>
        </p:spPr>
        <p:txBody>
          <a:bodyPr wrap="square" lIns="0" tIns="0" rIns="0" bIns="0" rtlCol="0" anchor="t"/>
          <a:lstStyle/>
          <a:p>
            <a:pPr>
              <a:lnSpc>
                <a:spcPts val="2042"/>
              </a:lnSpc>
            </a:pPr>
            <a:r>
              <a:rPr lang="en-US" sz="1250" dirty="0">
                <a:solidFill>
                  <a:srgbClr val="272525"/>
                </a:solidFill>
                <a:latin typeface="Inter" pitchFamily="34" charset="0"/>
                <a:ea typeface="Inter" pitchFamily="34" charset="-122"/>
                <a:cs typeface="Inter" pitchFamily="34" charset="-120"/>
              </a:rPr>
              <a:t>Multiplying numbers within a number system involves a step-by-step process that takes into account the positional notation and the base of the system.</a:t>
            </a:r>
            <a:endParaRPr lang="en-US" sz="1250" dirty="0"/>
          </a:p>
        </p:txBody>
      </p:sp>
      <p:pic>
        <p:nvPicPr>
          <p:cNvPr id="12" name="Image 3" descr="preencoded.png"/>
          <p:cNvPicPr>
            <a:picLocks noChangeAspect="1"/>
          </p:cNvPicPr>
          <p:nvPr/>
        </p:nvPicPr>
        <p:blipFill>
          <a:blip r:embed="rId6"/>
          <a:stretch>
            <a:fillRect/>
          </a:stretch>
        </p:blipFill>
        <p:spPr>
          <a:xfrm>
            <a:off x="567829" y="5115322"/>
            <a:ext cx="811213" cy="1297881"/>
          </a:xfrm>
          <a:prstGeom prst="rect">
            <a:avLst/>
          </a:prstGeom>
        </p:spPr>
      </p:pic>
      <p:sp>
        <p:nvSpPr>
          <p:cNvPr id="13" name="Text 7"/>
          <p:cNvSpPr/>
          <p:nvPr/>
        </p:nvSpPr>
        <p:spPr>
          <a:xfrm>
            <a:off x="1622326" y="5277544"/>
            <a:ext cx="2129433" cy="266105"/>
          </a:xfrm>
          <a:prstGeom prst="rect">
            <a:avLst/>
          </a:prstGeom>
          <a:noFill/>
          <a:ln/>
        </p:spPr>
        <p:txBody>
          <a:bodyPr wrap="none" lIns="0" tIns="0" rIns="0" bIns="0" rtlCol="0" anchor="t"/>
          <a:lstStyle/>
          <a:p>
            <a:pPr>
              <a:lnSpc>
                <a:spcPts val="2083"/>
              </a:lnSpc>
            </a:pPr>
            <a:r>
              <a:rPr lang="en-US" sz="1667" b="1" dirty="0">
                <a:solidFill>
                  <a:srgbClr val="272525"/>
                </a:solidFill>
                <a:latin typeface="Petrona Bold" pitchFamily="34" charset="0"/>
                <a:ea typeface="Petrona Bold" pitchFamily="34" charset="-122"/>
                <a:cs typeface="Petrona Bold" pitchFamily="34" charset="-120"/>
              </a:rPr>
              <a:t>Division</a:t>
            </a:r>
            <a:endParaRPr lang="en-US" sz="1667" dirty="0"/>
          </a:p>
        </p:txBody>
      </p:sp>
      <p:sp>
        <p:nvSpPr>
          <p:cNvPr id="14" name="Text 8"/>
          <p:cNvSpPr/>
          <p:nvPr/>
        </p:nvSpPr>
        <p:spPr>
          <a:xfrm>
            <a:off x="1622326" y="5640983"/>
            <a:ext cx="10001845" cy="519113"/>
          </a:xfrm>
          <a:prstGeom prst="rect">
            <a:avLst/>
          </a:prstGeom>
          <a:noFill/>
          <a:ln/>
        </p:spPr>
        <p:txBody>
          <a:bodyPr wrap="square" lIns="0" tIns="0" rIns="0" bIns="0" rtlCol="0" anchor="t"/>
          <a:lstStyle/>
          <a:p>
            <a:pPr>
              <a:lnSpc>
                <a:spcPts val="2042"/>
              </a:lnSpc>
            </a:pPr>
            <a:r>
              <a:rPr lang="en-US" sz="1250" dirty="0">
                <a:solidFill>
                  <a:srgbClr val="272525"/>
                </a:solidFill>
                <a:latin typeface="Inter" pitchFamily="34" charset="0"/>
                <a:ea typeface="Inter" pitchFamily="34" charset="-122"/>
                <a:cs typeface="Inter" pitchFamily="34" charset="-120"/>
              </a:rPr>
              <a:t>Dividing numbers in a number system follows a systematic approach, often involving the use of long division or other specialized algorithms to arrive at the correct quotient and remainder.</a:t>
            </a:r>
            <a:endParaRPr lang="en-US" sz="1250" dirty="0"/>
          </a:p>
        </p:txBody>
      </p:sp>
    </p:spTree>
    <p:extLst>
      <p:ext uri="{BB962C8B-B14F-4D97-AF65-F5344CB8AC3E}">
        <p14:creationId xmlns:p14="http://schemas.microsoft.com/office/powerpoint/2010/main" val="1672033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0"/>
            <a:ext cx="4572000" cy="6858000"/>
          </a:xfrm>
          <a:prstGeom prst="rect">
            <a:avLst/>
          </a:prstGeom>
        </p:spPr>
      </p:pic>
      <p:sp>
        <p:nvSpPr>
          <p:cNvPr id="3" name="Text 0"/>
          <p:cNvSpPr/>
          <p:nvPr/>
        </p:nvSpPr>
        <p:spPr>
          <a:xfrm>
            <a:off x="661492" y="953989"/>
            <a:ext cx="6297018" cy="1240433"/>
          </a:xfrm>
          <a:prstGeom prst="rect">
            <a:avLst/>
          </a:prstGeom>
          <a:noFill/>
          <a:ln/>
        </p:spPr>
        <p:txBody>
          <a:bodyPr wrap="square" lIns="0" tIns="0" rIns="0" bIns="0" rtlCol="0" anchor="t"/>
          <a:lstStyle/>
          <a:p>
            <a:pPr>
              <a:lnSpc>
                <a:spcPts val="4875"/>
              </a:lnSpc>
            </a:pPr>
            <a:r>
              <a:rPr lang="en-US" sz="3875" b="1" dirty="0">
                <a:solidFill>
                  <a:srgbClr val="000000"/>
                </a:solidFill>
                <a:latin typeface="Petrona Bold" pitchFamily="34" charset="0"/>
                <a:ea typeface="Petrona Bold" pitchFamily="34" charset="-122"/>
                <a:cs typeface="Petrona Bold" pitchFamily="34" charset="-120"/>
              </a:rPr>
              <a:t>Conversion Between Number Systems</a:t>
            </a:r>
            <a:endParaRPr lang="en-US" sz="3875" dirty="0"/>
          </a:p>
        </p:txBody>
      </p:sp>
      <p:sp>
        <p:nvSpPr>
          <p:cNvPr id="4" name="Shape 1"/>
          <p:cNvSpPr/>
          <p:nvPr/>
        </p:nvSpPr>
        <p:spPr>
          <a:xfrm>
            <a:off x="661492" y="2477889"/>
            <a:ext cx="6297018" cy="1701403"/>
          </a:xfrm>
          <a:prstGeom prst="roundRect">
            <a:avLst>
              <a:gd name="adj" fmla="val 4666"/>
            </a:avLst>
          </a:prstGeom>
          <a:noFill/>
          <a:ln w="7620">
            <a:solidFill>
              <a:srgbClr val="000000">
                <a:alpha val="8000"/>
              </a:srgbClr>
            </a:solidFill>
            <a:prstDash val="solid"/>
          </a:ln>
        </p:spPr>
      </p:sp>
      <p:sp>
        <p:nvSpPr>
          <p:cNvPr id="5" name="Shape 2"/>
          <p:cNvSpPr/>
          <p:nvPr/>
        </p:nvSpPr>
        <p:spPr>
          <a:xfrm>
            <a:off x="667842" y="2484239"/>
            <a:ext cx="6284318" cy="844352"/>
          </a:xfrm>
          <a:prstGeom prst="rect">
            <a:avLst/>
          </a:prstGeom>
          <a:solidFill>
            <a:srgbClr val="FFFFFF">
              <a:alpha val="4000"/>
            </a:srgbClr>
          </a:solidFill>
          <a:ln/>
        </p:spPr>
      </p:sp>
      <p:sp>
        <p:nvSpPr>
          <p:cNvPr id="6" name="Text 3"/>
          <p:cNvSpPr/>
          <p:nvPr/>
        </p:nvSpPr>
        <p:spPr>
          <a:xfrm>
            <a:off x="857052" y="2603996"/>
            <a:ext cx="1189832" cy="604838"/>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Decimal to Binary</a:t>
            </a:r>
            <a:endParaRPr lang="en-US" sz="1458" dirty="0"/>
          </a:p>
        </p:txBody>
      </p:sp>
      <p:sp>
        <p:nvSpPr>
          <p:cNvPr id="7" name="Text 4"/>
          <p:cNvSpPr/>
          <p:nvPr/>
        </p:nvSpPr>
        <p:spPr>
          <a:xfrm>
            <a:off x="2431257" y="2603996"/>
            <a:ext cx="1186656" cy="604838"/>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Binary to Decimal</a:t>
            </a:r>
            <a:endParaRPr lang="en-US" sz="1458" dirty="0"/>
          </a:p>
        </p:txBody>
      </p:sp>
      <p:sp>
        <p:nvSpPr>
          <p:cNvPr id="8" name="Text 5"/>
          <p:cNvSpPr/>
          <p:nvPr/>
        </p:nvSpPr>
        <p:spPr>
          <a:xfrm>
            <a:off x="4002286" y="2603996"/>
            <a:ext cx="1186656" cy="604838"/>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Decimal to Hexadecimal</a:t>
            </a:r>
            <a:endParaRPr lang="en-US" sz="1458" dirty="0"/>
          </a:p>
        </p:txBody>
      </p:sp>
      <p:sp>
        <p:nvSpPr>
          <p:cNvPr id="9" name="Text 6"/>
          <p:cNvSpPr/>
          <p:nvPr/>
        </p:nvSpPr>
        <p:spPr>
          <a:xfrm>
            <a:off x="5573316" y="2603996"/>
            <a:ext cx="1189832" cy="604838"/>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Hexadecimal to Decimal</a:t>
            </a:r>
            <a:endParaRPr lang="en-US" sz="1458" dirty="0"/>
          </a:p>
        </p:txBody>
      </p:sp>
      <p:sp>
        <p:nvSpPr>
          <p:cNvPr id="10" name="Shape 7"/>
          <p:cNvSpPr/>
          <p:nvPr/>
        </p:nvSpPr>
        <p:spPr>
          <a:xfrm>
            <a:off x="667842" y="3328591"/>
            <a:ext cx="6284318" cy="844352"/>
          </a:xfrm>
          <a:prstGeom prst="rect">
            <a:avLst/>
          </a:prstGeom>
          <a:solidFill>
            <a:srgbClr val="000000">
              <a:alpha val="4000"/>
            </a:srgbClr>
          </a:solidFill>
          <a:ln/>
        </p:spPr>
      </p:sp>
      <p:sp>
        <p:nvSpPr>
          <p:cNvPr id="11" name="Text 8"/>
          <p:cNvSpPr/>
          <p:nvPr/>
        </p:nvSpPr>
        <p:spPr>
          <a:xfrm>
            <a:off x="857052" y="3448348"/>
            <a:ext cx="1189832" cy="604838"/>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Decimal to Octal</a:t>
            </a:r>
            <a:endParaRPr lang="en-US" sz="1458" dirty="0"/>
          </a:p>
        </p:txBody>
      </p:sp>
      <p:sp>
        <p:nvSpPr>
          <p:cNvPr id="12" name="Text 9"/>
          <p:cNvSpPr/>
          <p:nvPr/>
        </p:nvSpPr>
        <p:spPr>
          <a:xfrm>
            <a:off x="2431257" y="3448348"/>
            <a:ext cx="1186656" cy="604838"/>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Octal to Decimal</a:t>
            </a:r>
            <a:endParaRPr lang="en-US" sz="1458" dirty="0"/>
          </a:p>
        </p:txBody>
      </p:sp>
      <p:sp>
        <p:nvSpPr>
          <p:cNvPr id="13" name="Text 10"/>
          <p:cNvSpPr/>
          <p:nvPr/>
        </p:nvSpPr>
        <p:spPr>
          <a:xfrm>
            <a:off x="4002286" y="3448348"/>
            <a:ext cx="1186656" cy="604838"/>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Binary to Hexadecimal</a:t>
            </a:r>
            <a:endParaRPr lang="en-US" sz="1458" dirty="0"/>
          </a:p>
        </p:txBody>
      </p:sp>
      <p:sp>
        <p:nvSpPr>
          <p:cNvPr id="14" name="Text 11"/>
          <p:cNvSpPr/>
          <p:nvPr/>
        </p:nvSpPr>
        <p:spPr>
          <a:xfrm>
            <a:off x="5573316" y="3448348"/>
            <a:ext cx="1189832" cy="604838"/>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Hexadecimal to Binary</a:t>
            </a:r>
            <a:endParaRPr lang="en-US" sz="1458" dirty="0"/>
          </a:p>
        </p:txBody>
      </p:sp>
      <p:sp>
        <p:nvSpPr>
          <p:cNvPr id="15" name="Text 12"/>
          <p:cNvSpPr/>
          <p:nvPr/>
        </p:nvSpPr>
        <p:spPr>
          <a:xfrm>
            <a:off x="661492" y="4391919"/>
            <a:ext cx="6297018" cy="1512094"/>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Mastering the ability to convert between different number systems is crucial for working with digital systems, programming, and various mathematical and scientific applications. Each conversion process follows specific rules and algorithms that allow for efficient and accurate transitions between the different bases.</a:t>
            </a:r>
            <a:endParaRPr lang="en-US" sz="1458" dirty="0"/>
          </a:p>
        </p:txBody>
      </p:sp>
    </p:spTree>
    <p:extLst>
      <p:ext uri="{BB962C8B-B14F-4D97-AF65-F5344CB8AC3E}">
        <p14:creationId xmlns:p14="http://schemas.microsoft.com/office/powerpoint/2010/main" val="231634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86117" y="1244303"/>
            <a:ext cx="10452847" cy="4125104"/>
          </a:xfrm>
          <a:prstGeom prst="rect">
            <a:avLst/>
          </a:prstGeom>
        </p:spPr>
        <p:txBody>
          <a:bodyPr wrap="square">
            <a:spAutoFit/>
          </a:bodyPr>
          <a:lstStyle/>
          <a:p>
            <a:pPr algn="just">
              <a:lnSpc>
                <a:spcPct val="107000"/>
              </a:lnSpc>
              <a:spcAft>
                <a:spcPts val="800"/>
              </a:spcAft>
            </a:pPr>
            <a:r>
              <a:rPr lang="ru-RU" sz="2800" b="1" dirty="0" err="1" smtClean="0">
                <a:effectLst/>
                <a:latin typeface="Times New Roman" panose="02020603050405020304" pitchFamily="18" charset="0"/>
                <a:ea typeface="Times New Roman" panose="02020603050405020304" pitchFamily="18" charset="0"/>
                <a:cs typeface="Times New Roman" panose="02020603050405020304" pitchFamily="18" charset="0"/>
              </a:rPr>
              <a:t>Properties</a:t>
            </a:r>
            <a:r>
              <a:rPr lang="ru-RU" sz="2800" b="1"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2800" b="1" dirty="0" err="1" smtClean="0">
                <a:effectLst/>
                <a:latin typeface="Times New Roman" panose="02020603050405020304" pitchFamily="18" charset="0"/>
                <a:ea typeface="Times New Roman" panose="02020603050405020304" pitchFamily="18" charset="0"/>
                <a:cs typeface="Times New Roman" panose="02020603050405020304" pitchFamily="18" charset="0"/>
              </a:rPr>
              <a:t>of</a:t>
            </a:r>
            <a:r>
              <a:rPr lang="ru-RU" sz="2800" b="1"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2800" b="1" dirty="0" err="1" smtClean="0">
                <a:effectLst/>
                <a:latin typeface="Times New Roman" panose="02020603050405020304" pitchFamily="18" charset="0"/>
                <a:ea typeface="Times New Roman" panose="02020603050405020304" pitchFamily="18" charset="0"/>
                <a:cs typeface="Times New Roman" panose="02020603050405020304" pitchFamily="18" charset="0"/>
              </a:rPr>
              <a:t>Number</a:t>
            </a:r>
            <a:r>
              <a:rPr lang="ru-RU" sz="2800" b="1"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2800" b="1" dirty="0" err="1" smtClean="0">
                <a:effectLst/>
                <a:latin typeface="Times New Roman" panose="02020603050405020304" pitchFamily="18" charset="0"/>
                <a:ea typeface="Times New Roman" panose="02020603050405020304" pitchFamily="18" charset="0"/>
                <a:cs typeface="Times New Roman" panose="02020603050405020304" pitchFamily="18" charset="0"/>
              </a:rPr>
              <a:t>Systems</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Closure</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A system is closed under an operation if applying that operation on numbers in the system produces a number still in the system.</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Associativity</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The grouping of numbers doesn’t change the result (e.g., (</a:t>
            </a:r>
            <a:r>
              <a:rPr lang="en-US" sz="2400" dirty="0" err="1">
                <a:latin typeface="Times New Roman" panose="02020603050405020304" pitchFamily="18" charset="0"/>
                <a:ea typeface="Times New Roman" panose="02020603050405020304" pitchFamily="18" charset="0"/>
                <a:cs typeface="Times New Roman" panose="02020603050405020304" pitchFamily="18" charset="0"/>
              </a:rPr>
              <a:t>a+b</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)+c=a+(</a:t>
            </a:r>
            <a:r>
              <a:rPr lang="en-US" sz="2400" dirty="0" err="1">
                <a:latin typeface="Times New Roman" panose="02020603050405020304" pitchFamily="18" charset="0"/>
                <a:ea typeface="Times New Roman" panose="02020603050405020304" pitchFamily="18" charset="0"/>
                <a:cs typeface="Times New Roman" panose="02020603050405020304" pitchFamily="18" charset="0"/>
              </a:rPr>
              <a:t>b+c</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)(a + b) + c = a + (b + c)(</a:t>
            </a:r>
            <a:r>
              <a:rPr lang="en-US" sz="2400" dirty="0" err="1">
                <a:latin typeface="Times New Roman" panose="02020603050405020304" pitchFamily="18" charset="0"/>
                <a:ea typeface="Times New Roman" panose="02020603050405020304" pitchFamily="18" charset="0"/>
                <a:cs typeface="Times New Roman" panose="02020603050405020304" pitchFamily="18" charset="0"/>
              </a:rPr>
              <a:t>a+b</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)+c=a+(</a:t>
            </a:r>
            <a:r>
              <a:rPr lang="en-US" sz="2400" dirty="0" err="1">
                <a:latin typeface="Times New Roman" panose="02020603050405020304" pitchFamily="18" charset="0"/>
                <a:ea typeface="Times New Roman" panose="02020603050405020304" pitchFamily="18" charset="0"/>
                <a:cs typeface="Times New Roman" panose="02020603050405020304" pitchFamily="18" charset="0"/>
              </a:rPr>
              <a:t>b+c</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Commutativity</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The order of numbers doesn’t change the result (e.g., </a:t>
            </a:r>
            <a:r>
              <a:rPr lang="en-US" sz="2400" dirty="0" err="1">
                <a:latin typeface="Times New Roman" panose="02020603050405020304" pitchFamily="18" charset="0"/>
                <a:ea typeface="Times New Roman" panose="02020603050405020304" pitchFamily="18" charset="0"/>
                <a:cs typeface="Times New Roman" panose="02020603050405020304" pitchFamily="18" charset="0"/>
              </a:rPr>
              <a:t>a+b</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ea typeface="Times New Roman" panose="02020603050405020304" pitchFamily="18" charset="0"/>
                <a:cs typeface="Times New Roman" panose="02020603050405020304" pitchFamily="18" charset="0"/>
              </a:rPr>
              <a:t>b+aa</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 b = b + </a:t>
            </a:r>
            <a:r>
              <a:rPr lang="en-US" sz="2400" dirty="0" err="1">
                <a:latin typeface="Times New Roman" panose="02020603050405020304" pitchFamily="18" charset="0"/>
                <a:ea typeface="Times New Roman" panose="02020603050405020304" pitchFamily="18" charset="0"/>
                <a:cs typeface="Times New Roman" panose="02020603050405020304" pitchFamily="18" charset="0"/>
              </a:rPr>
              <a:t>aa+b</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ea typeface="Times New Roman" panose="02020603050405020304" pitchFamily="18" charset="0"/>
                <a:cs typeface="Times New Roman" panose="02020603050405020304" pitchFamily="18" charset="0"/>
              </a:rPr>
              <a:t>b+a</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Identity Element</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An element that doesn’t change others (0 for addition, 1 for multiplication).</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92172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061881" y="559858"/>
            <a:ext cx="7871013" cy="954107"/>
          </a:xfrm>
          <a:prstGeom prst="rect">
            <a:avLst/>
          </a:prstGeom>
        </p:spPr>
        <p:txBody>
          <a:bodyPr wrap="square">
            <a:spAutoFit/>
          </a:bodyPr>
          <a:lstStyle/>
          <a:p>
            <a:pPr algn="ctr"/>
            <a:r>
              <a:rPr lang="en-US" sz="2800" dirty="0" smtClean="0">
                <a:latin typeface="Times New Roman" panose="02020603050405020304" pitchFamily="18" charset="0"/>
                <a:cs typeface="Times New Roman" panose="02020603050405020304" pitchFamily="18" charset="0"/>
              </a:rPr>
              <a:t>Algorithm for converting a fractional number from a decimal number system to another number system</a:t>
            </a:r>
            <a:endParaRPr lang="en-US" sz="2800"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stretch>
            <a:fillRect/>
          </a:stretch>
        </p:blipFill>
        <p:spPr>
          <a:xfrm>
            <a:off x="558891" y="2335865"/>
            <a:ext cx="5376669" cy="3652559"/>
          </a:xfrm>
          <a:prstGeom prst="rect">
            <a:avLst/>
          </a:prstGeom>
        </p:spPr>
      </p:pic>
      <p:pic>
        <p:nvPicPr>
          <p:cNvPr id="6" name="Рисунок 5"/>
          <p:cNvPicPr>
            <a:picLocks noChangeAspect="1"/>
          </p:cNvPicPr>
          <p:nvPr/>
        </p:nvPicPr>
        <p:blipFill>
          <a:blip r:embed="rId3"/>
          <a:stretch>
            <a:fillRect/>
          </a:stretch>
        </p:blipFill>
        <p:spPr>
          <a:xfrm>
            <a:off x="5935560" y="2102783"/>
            <a:ext cx="5734891" cy="4171976"/>
          </a:xfrm>
          <a:prstGeom prst="rect">
            <a:avLst/>
          </a:prstGeom>
        </p:spPr>
      </p:pic>
    </p:spTree>
    <p:extLst>
      <p:ext uri="{BB962C8B-B14F-4D97-AF65-F5344CB8AC3E}">
        <p14:creationId xmlns:p14="http://schemas.microsoft.com/office/powerpoint/2010/main" val="4170143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24750" y="860810"/>
            <a:ext cx="10183907" cy="2308324"/>
          </a:xfrm>
          <a:prstGeom prst="rect">
            <a:avLst/>
          </a:prstGeom>
        </p:spPr>
        <p:txBody>
          <a:bodyPr wrap="square">
            <a:spAutoFit/>
          </a:bodyPr>
          <a:lstStyle/>
          <a:p>
            <a:r>
              <a:rPr lang="en-US" sz="24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Assume the number 349. Thus, the number 349 in different number systems is as follows:</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4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The number 349 in the binary number system is 101011101</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4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The number 349 in the decimal number system is 349.</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4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The number 349 in the octal number system is 535.</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r>
              <a:rPr lang="en-US" sz="24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The number 349 in the hexadecimal number system is 15D</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7429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032172"/>
            <a:ext cx="9625707" cy="620217"/>
          </a:xfrm>
          <a:prstGeom prst="rect">
            <a:avLst/>
          </a:prstGeom>
          <a:noFill/>
          <a:ln/>
        </p:spPr>
        <p:txBody>
          <a:bodyPr wrap="none" lIns="0" tIns="0" rIns="0" bIns="0" rtlCol="0" anchor="t"/>
          <a:lstStyle/>
          <a:p>
            <a:pPr>
              <a:lnSpc>
                <a:spcPts val="4875"/>
              </a:lnSpc>
            </a:pPr>
            <a:r>
              <a:rPr lang="en-US" sz="3875" b="1" dirty="0">
                <a:solidFill>
                  <a:srgbClr val="000000"/>
                </a:solidFill>
                <a:latin typeface="Petrona Bold" pitchFamily="34" charset="0"/>
                <a:ea typeface="Petrona Bold" pitchFamily="34" charset="-122"/>
                <a:cs typeface="Petrona Bold" pitchFamily="34" charset="-120"/>
              </a:rPr>
              <a:t>Practical Applications and Considerations</a:t>
            </a:r>
            <a:endParaRPr lang="en-US" sz="3875" dirty="0"/>
          </a:p>
        </p:txBody>
      </p:sp>
      <p:sp>
        <p:nvSpPr>
          <p:cNvPr id="3" name="Text 1"/>
          <p:cNvSpPr/>
          <p:nvPr/>
        </p:nvSpPr>
        <p:spPr>
          <a:xfrm>
            <a:off x="661492" y="2124869"/>
            <a:ext cx="2480866" cy="310058"/>
          </a:xfrm>
          <a:prstGeom prst="rect">
            <a:avLst/>
          </a:prstGeom>
          <a:noFill/>
          <a:ln/>
        </p:spPr>
        <p:txBody>
          <a:bodyPr wrap="none" lIns="0" tIns="0" rIns="0" bIns="0" rtlCol="0" anchor="t"/>
          <a:lstStyle/>
          <a:p>
            <a:pPr>
              <a:lnSpc>
                <a:spcPts val="2417"/>
              </a:lnSpc>
            </a:pPr>
            <a:r>
              <a:rPr lang="en-US" sz="1917" b="1" dirty="0">
                <a:solidFill>
                  <a:srgbClr val="000000"/>
                </a:solidFill>
                <a:latin typeface="Petrona Bold" pitchFamily="34" charset="0"/>
                <a:ea typeface="Petrona Bold" pitchFamily="34" charset="-122"/>
                <a:cs typeface="Petrona Bold" pitchFamily="34" charset="-120"/>
              </a:rPr>
              <a:t>Digital Systems</a:t>
            </a:r>
            <a:endParaRPr lang="en-US" sz="1917" dirty="0"/>
          </a:p>
        </p:txBody>
      </p:sp>
      <p:sp>
        <p:nvSpPr>
          <p:cNvPr id="4" name="Text 2"/>
          <p:cNvSpPr/>
          <p:nvPr/>
        </p:nvSpPr>
        <p:spPr>
          <a:xfrm>
            <a:off x="661492" y="2623939"/>
            <a:ext cx="3315097" cy="2419350"/>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Understanding number systems is essential for working with digital systems, such as computers, microcontrollers, and digital circuits. These systems rely heavily on the binary number system for data representation, storage, and processing.</a:t>
            </a:r>
            <a:endParaRPr lang="en-US" sz="1458" dirty="0"/>
          </a:p>
        </p:txBody>
      </p:sp>
      <p:sp>
        <p:nvSpPr>
          <p:cNvPr id="5" name="Text 3"/>
          <p:cNvSpPr/>
          <p:nvPr/>
        </p:nvSpPr>
        <p:spPr>
          <a:xfrm>
            <a:off x="4444107" y="2124869"/>
            <a:ext cx="2931319" cy="310058"/>
          </a:xfrm>
          <a:prstGeom prst="rect">
            <a:avLst/>
          </a:prstGeom>
          <a:noFill/>
          <a:ln/>
        </p:spPr>
        <p:txBody>
          <a:bodyPr wrap="none" lIns="0" tIns="0" rIns="0" bIns="0" rtlCol="0" anchor="t"/>
          <a:lstStyle/>
          <a:p>
            <a:pPr>
              <a:lnSpc>
                <a:spcPts val="2417"/>
              </a:lnSpc>
            </a:pPr>
            <a:r>
              <a:rPr lang="en-US" sz="1917" b="1" dirty="0">
                <a:solidFill>
                  <a:srgbClr val="000000"/>
                </a:solidFill>
                <a:latin typeface="Petrona Bold" pitchFamily="34" charset="0"/>
                <a:ea typeface="Petrona Bold" pitchFamily="34" charset="-122"/>
                <a:cs typeface="Petrona Bold" pitchFamily="34" charset="-120"/>
              </a:rPr>
              <a:t>Programming and Coding</a:t>
            </a:r>
            <a:endParaRPr lang="en-US" sz="1917" dirty="0"/>
          </a:p>
        </p:txBody>
      </p:sp>
      <p:sp>
        <p:nvSpPr>
          <p:cNvPr id="6" name="Text 4"/>
          <p:cNvSpPr/>
          <p:nvPr/>
        </p:nvSpPr>
        <p:spPr>
          <a:xfrm>
            <a:off x="4444107" y="2623940"/>
            <a:ext cx="3315097" cy="2721769"/>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Knowledge of number systems is crucial for programming and coding, as many programming languages and techniques involve working with binary, hexadecimal, and other specialized number representations. Familiarity with these systems enables efficient and accurate coding practices.</a:t>
            </a:r>
            <a:endParaRPr lang="en-US" sz="1458" dirty="0"/>
          </a:p>
        </p:txBody>
      </p:sp>
      <p:sp>
        <p:nvSpPr>
          <p:cNvPr id="7" name="Text 5"/>
          <p:cNvSpPr/>
          <p:nvPr/>
        </p:nvSpPr>
        <p:spPr>
          <a:xfrm>
            <a:off x="8226722" y="2124869"/>
            <a:ext cx="3315097" cy="620118"/>
          </a:xfrm>
          <a:prstGeom prst="rect">
            <a:avLst/>
          </a:prstGeom>
          <a:noFill/>
          <a:ln/>
        </p:spPr>
        <p:txBody>
          <a:bodyPr wrap="square" lIns="0" tIns="0" rIns="0" bIns="0" rtlCol="0" anchor="t"/>
          <a:lstStyle/>
          <a:p>
            <a:pPr>
              <a:lnSpc>
                <a:spcPts val="2417"/>
              </a:lnSpc>
            </a:pPr>
            <a:r>
              <a:rPr lang="en-US" sz="1917" b="1" dirty="0">
                <a:solidFill>
                  <a:srgbClr val="000000"/>
                </a:solidFill>
                <a:latin typeface="Petrona Bold" pitchFamily="34" charset="0"/>
                <a:ea typeface="Petrona Bold" pitchFamily="34" charset="-122"/>
                <a:cs typeface="Petrona Bold" pitchFamily="34" charset="-120"/>
              </a:rPr>
              <a:t>Scientific and Engineering Applications</a:t>
            </a:r>
            <a:endParaRPr lang="en-US" sz="1917" dirty="0"/>
          </a:p>
        </p:txBody>
      </p:sp>
      <p:sp>
        <p:nvSpPr>
          <p:cNvPr id="8" name="Text 6"/>
          <p:cNvSpPr/>
          <p:nvPr/>
        </p:nvSpPr>
        <p:spPr>
          <a:xfrm>
            <a:off x="8226722" y="2933998"/>
            <a:ext cx="3315097" cy="2721769"/>
          </a:xfrm>
          <a:prstGeom prst="rect">
            <a:avLst/>
          </a:prstGeom>
          <a:noFill/>
          <a:ln/>
        </p:spPr>
        <p:txBody>
          <a:bodyPr wrap="square" lIns="0" tIns="0" rIns="0" bIns="0" rtlCol="0" anchor="t"/>
          <a:lstStyle/>
          <a:p>
            <a:pPr>
              <a:lnSpc>
                <a:spcPts val="2375"/>
              </a:lnSpc>
            </a:pPr>
            <a:r>
              <a:rPr lang="en-US" sz="1458" dirty="0">
                <a:solidFill>
                  <a:srgbClr val="272525"/>
                </a:solidFill>
                <a:latin typeface="Inter" pitchFamily="34" charset="0"/>
                <a:ea typeface="Inter" pitchFamily="34" charset="-122"/>
                <a:cs typeface="Inter" pitchFamily="34" charset="-120"/>
              </a:rPr>
              <a:t>Number systems play a crucial role in scientific and engineering applications, where they are used for data representation, measurement, and various calculations. Understanding the strengths and limitations of different number systems is essential for accurate and reliable work in these fields.</a:t>
            </a:r>
            <a:endParaRPr lang="en-US" sz="1458" dirty="0"/>
          </a:p>
        </p:txBody>
      </p:sp>
    </p:spTree>
    <p:extLst>
      <p:ext uri="{BB962C8B-B14F-4D97-AF65-F5344CB8AC3E}">
        <p14:creationId xmlns:p14="http://schemas.microsoft.com/office/powerpoint/2010/main" val="2211622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2839534" y="360630"/>
            <a:ext cx="7019925" cy="2895600"/>
          </a:xfrm>
          <a:prstGeom prst="rect">
            <a:avLst/>
          </a:prstGeom>
        </p:spPr>
      </p:pic>
      <p:grpSp>
        <p:nvGrpSpPr>
          <p:cNvPr id="5" name="Группа 40"/>
          <p:cNvGrpSpPr>
            <a:grpSpLocks/>
          </p:cNvGrpSpPr>
          <p:nvPr/>
        </p:nvGrpSpPr>
        <p:grpSpPr bwMode="auto">
          <a:xfrm>
            <a:off x="2669671" y="3256230"/>
            <a:ext cx="7359650" cy="2913063"/>
            <a:chOff x="792163" y="3879850"/>
            <a:chExt cx="7359650" cy="2913063"/>
          </a:xfrm>
        </p:grpSpPr>
        <p:sp>
          <p:nvSpPr>
            <p:cNvPr id="8" name="Rectangle 10"/>
            <p:cNvSpPr>
              <a:spLocks noChangeArrowheads="1"/>
            </p:cNvSpPr>
            <p:nvPr/>
          </p:nvSpPr>
          <p:spPr bwMode="auto">
            <a:xfrm>
              <a:off x="912813" y="4637088"/>
              <a:ext cx="2881312"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dirty="0">
                  <a:solidFill>
                    <a:srgbClr val="000000"/>
                  </a:solidFill>
                  <a:latin typeface="Arial" panose="020B0604020202020204" pitchFamily="34" charset="0"/>
                  <a:ea typeface="Microsoft YaHei" panose="020B0503020204020204" pitchFamily="34" charset="-122"/>
                </a:rPr>
                <a:t>      1 0 1 1 0</a:t>
              </a:r>
              <a:r>
                <a:rPr lang="ru-RU" altLang="ru-RU" sz="3600" b="1" baseline="-25000" dirty="0">
                  <a:solidFill>
                    <a:srgbClr val="000000"/>
                  </a:solidFill>
                  <a:latin typeface="Arial" panose="020B0604020202020204" pitchFamily="34" charset="0"/>
                  <a:ea typeface="Microsoft YaHei" panose="020B0503020204020204" pitchFamily="34" charset="-122"/>
                </a:rPr>
                <a:t>2</a:t>
              </a:r>
            </a:p>
            <a:p>
              <a:pPr eaLnBrk="1" hangingPunct="1">
                <a:spcBef>
                  <a:spcPct val="0"/>
                </a:spcBef>
                <a:buFontTx/>
                <a:buNone/>
              </a:pPr>
              <a:r>
                <a:rPr lang="ru-RU" altLang="ru-RU" sz="3600" b="1" dirty="0">
                  <a:solidFill>
                    <a:srgbClr val="000000"/>
                  </a:solidFill>
                  <a:latin typeface="Arial" panose="020B0604020202020204" pitchFamily="34" charset="0"/>
                  <a:ea typeface="Microsoft YaHei" panose="020B0503020204020204" pitchFamily="34" charset="-122"/>
                </a:rPr>
                <a:t>+ 1 1 1 0 1 1</a:t>
              </a:r>
              <a:r>
                <a:rPr lang="ru-RU" altLang="ru-RU" sz="3600" b="1" baseline="-25000" dirty="0">
                  <a:solidFill>
                    <a:srgbClr val="000000"/>
                  </a:solidFill>
                  <a:latin typeface="Arial" panose="020B0604020202020204" pitchFamily="34" charset="0"/>
                  <a:ea typeface="Microsoft YaHei" panose="020B0503020204020204" pitchFamily="34" charset="-122"/>
                </a:rPr>
                <a:t>2</a:t>
              </a:r>
            </a:p>
          </p:txBody>
        </p:sp>
        <p:sp>
          <p:nvSpPr>
            <p:cNvPr id="9" name="Line 11"/>
            <p:cNvSpPr>
              <a:spLocks noChangeShapeType="1"/>
            </p:cNvSpPr>
            <p:nvPr/>
          </p:nvSpPr>
          <p:spPr bwMode="auto">
            <a:xfrm>
              <a:off x="792163" y="5897563"/>
              <a:ext cx="3025775" cy="1587"/>
            </a:xfrm>
            <a:prstGeom prst="line">
              <a:avLst/>
            </a:prstGeom>
            <a:noFill/>
            <a:ln w="1908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 name="Rectangle 12"/>
            <p:cNvSpPr>
              <a:spLocks noChangeArrowheads="1"/>
            </p:cNvSpPr>
            <p:nvPr/>
          </p:nvSpPr>
          <p:spPr bwMode="auto">
            <a:xfrm>
              <a:off x="3241675" y="5897563"/>
              <a:ext cx="4349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1</a:t>
              </a:r>
            </a:p>
          </p:txBody>
        </p:sp>
        <p:sp>
          <p:nvSpPr>
            <p:cNvPr id="11" name="Rectangle 13"/>
            <p:cNvSpPr>
              <a:spLocks noChangeArrowheads="1"/>
            </p:cNvSpPr>
            <p:nvPr/>
          </p:nvSpPr>
          <p:spPr bwMode="auto">
            <a:xfrm>
              <a:off x="2079625" y="4117975"/>
              <a:ext cx="3921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FF0000"/>
                  </a:solidFill>
                  <a:latin typeface="Symbol" panose="05050102010706020507" pitchFamily="18" charset="2"/>
                  <a:ea typeface="Microsoft YaHei" panose="020B0503020204020204" pitchFamily="34" charset="-122"/>
                </a:rPr>
                <a:t></a:t>
              </a:r>
            </a:p>
          </p:txBody>
        </p:sp>
        <p:sp>
          <p:nvSpPr>
            <p:cNvPr id="12" name="Rectangle 14"/>
            <p:cNvSpPr>
              <a:spLocks noChangeArrowheads="1"/>
            </p:cNvSpPr>
            <p:nvPr/>
          </p:nvSpPr>
          <p:spPr bwMode="auto">
            <a:xfrm>
              <a:off x="2846388" y="5897563"/>
              <a:ext cx="4349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0</a:t>
              </a:r>
            </a:p>
          </p:txBody>
        </p:sp>
        <p:sp>
          <p:nvSpPr>
            <p:cNvPr id="13" name="Rectangle 15"/>
            <p:cNvSpPr>
              <a:spLocks noChangeArrowheads="1"/>
            </p:cNvSpPr>
            <p:nvPr/>
          </p:nvSpPr>
          <p:spPr bwMode="auto">
            <a:xfrm>
              <a:off x="2451100" y="5897563"/>
              <a:ext cx="4349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0</a:t>
              </a:r>
            </a:p>
          </p:txBody>
        </p:sp>
        <p:sp>
          <p:nvSpPr>
            <p:cNvPr id="14" name="Rectangle 16"/>
            <p:cNvSpPr>
              <a:spLocks noChangeArrowheads="1"/>
            </p:cNvSpPr>
            <p:nvPr/>
          </p:nvSpPr>
          <p:spPr bwMode="auto">
            <a:xfrm>
              <a:off x="2486025" y="4117975"/>
              <a:ext cx="3921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FF0000"/>
                  </a:solidFill>
                  <a:latin typeface="Symbol" panose="05050102010706020507" pitchFamily="18" charset="2"/>
                  <a:ea typeface="Microsoft YaHei" panose="020B0503020204020204" pitchFamily="34" charset="-122"/>
                </a:rPr>
                <a:t></a:t>
              </a:r>
            </a:p>
          </p:txBody>
        </p:sp>
        <p:sp>
          <p:nvSpPr>
            <p:cNvPr id="15" name="Rectangle 17"/>
            <p:cNvSpPr>
              <a:spLocks noChangeArrowheads="1"/>
            </p:cNvSpPr>
            <p:nvPr/>
          </p:nvSpPr>
          <p:spPr bwMode="auto">
            <a:xfrm>
              <a:off x="2054225" y="5897563"/>
              <a:ext cx="4349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0</a:t>
              </a:r>
            </a:p>
          </p:txBody>
        </p:sp>
        <p:sp>
          <p:nvSpPr>
            <p:cNvPr id="16" name="Rectangle 18"/>
            <p:cNvSpPr>
              <a:spLocks noChangeArrowheads="1"/>
            </p:cNvSpPr>
            <p:nvPr/>
          </p:nvSpPr>
          <p:spPr bwMode="auto">
            <a:xfrm>
              <a:off x="1658938" y="5897563"/>
              <a:ext cx="4349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1</a:t>
              </a:r>
            </a:p>
          </p:txBody>
        </p:sp>
        <p:sp>
          <p:nvSpPr>
            <p:cNvPr id="17" name="Rectangle 19"/>
            <p:cNvSpPr>
              <a:spLocks noChangeArrowheads="1"/>
            </p:cNvSpPr>
            <p:nvPr/>
          </p:nvSpPr>
          <p:spPr bwMode="auto">
            <a:xfrm>
              <a:off x="865188" y="5881688"/>
              <a:ext cx="4349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1</a:t>
              </a:r>
            </a:p>
          </p:txBody>
        </p:sp>
        <p:sp>
          <p:nvSpPr>
            <p:cNvPr id="18" name="Rectangle 20"/>
            <p:cNvSpPr>
              <a:spLocks noChangeArrowheads="1"/>
            </p:cNvSpPr>
            <p:nvPr/>
          </p:nvSpPr>
          <p:spPr bwMode="auto">
            <a:xfrm>
              <a:off x="1262063" y="5897563"/>
              <a:ext cx="4349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0</a:t>
              </a:r>
            </a:p>
          </p:txBody>
        </p:sp>
        <p:sp>
          <p:nvSpPr>
            <p:cNvPr id="19" name="Rectangle 21"/>
            <p:cNvSpPr>
              <a:spLocks noChangeArrowheads="1"/>
            </p:cNvSpPr>
            <p:nvPr/>
          </p:nvSpPr>
          <p:spPr bwMode="auto">
            <a:xfrm>
              <a:off x="3505200" y="6040438"/>
              <a:ext cx="328613"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baseline="-25000">
                  <a:solidFill>
                    <a:srgbClr val="FF0000"/>
                  </a:solidFill>
                  <a:latin typeface="Arial" panose="020B0604020202020204" pitchFamily="34" charset="0"/>
                  <a:ea typeface="Microsoft YaHei" panose="020B0503020204020204" pitchFamily="34" charset="-122"/>
                </a:rPr>
                <a:t>2</a:t>
              </a:r>
            </a:p>
          </p:txBody>
        </p:sp>
        <p:sp>
          <p:nvSpPr>
            <p:cNvPr id="20" name="Rectangle 22"/>
            <p:cNvSpPr>
              <a:spLocks noChangeArrowheads="1"/>
            </p:cNvSpPr>
            <p:nvPr/>
          </p:nvSpPr>
          <p:spPr bwMode="auto">
            <a:xfrm>
              <a:off x="4837113" y="4708525"/>
              <a:ext cx="3248025"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1 0 0 0 1 0 1</a:t>
              </a:r>
              <a:r>
                <a:rPr lang="ru-RU" altLang="ru-RU" sz="3600" b="1" baseline="-25000">
                  <a:solidFill>
                    <a:srgbClr val="000000"/>
                  </a:solidFill>
                  <a:latin typeface="Arial" panose="020B0604020202020204" pitchFamily="34" charset="0"/>
                  <a:ea typeface="Microsoft YaHei" panose="020B0503020204020204" pitchFamily="34" charset="-122"/>
                </a:rPr>
                <a:t>2</a:t>
              </a:r>
            </a:p>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1 1 0 1 1</a:t>
              </a:r>
              <a:r>
                <a:rPr lang="ru-RU" altLang="ru-RU" sz="3600" b="1" baseline="-25000">
                  <a:solidFill>
                    <a:srgbClr val="000000"/>
                  </a:solidFill>
                  <a:latin typeface="Arial" panose="020B0604020202020204" pitchFamily="34" charset="0"/>
                  <a:ea typeface="Microsoft YaHei" panose="020B0503020204020204" pitchFamily="34" charset="-122"/>
                </a:rPr>
                <a:t>2</a:t>
              </a:r>
            </a:p>
          </p:txBody>
        </p:sp>
        <p:sp>
          <p:nvSpPr>
            <p:cNvPr id="21" name="Line 23"/>
            <p:cNvSpPr>
              <a:spLocks noChangeShapeType="1"/>
            </p:cNvSpPr>
            <p:nvPr/>
          </p:nvSpPr>
          <p:spPr bwMode="auto">
            <a:xfrm>
              <a:off x="4967288" y="5932488"/>
              <a:ext cx="3097212" cy="1587"/>
            </a:xfrm>
            <a:prstGeom prst="line">
              <a:avLst/>
            </a:prstGeom>
            <a:noFill/>
            <a:ln w="1908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nvGrpSpPr>
            <p:cNvPr id="22" name="Group 24"/>
            <p:cNvGrpSpPr>
              <a:grpSpLocks/>
            </p:cNvGrpSpPr>
            <p:nvPr/>
          </p:nvGrpSpPr>
          <p:grpSpPr bwMode="auto">
            <a:xfrm>
              <a:off x="7526338" y="5895975"/>
              <a:ext cx="625475" cy="896938"/>
              <a:chOff x="4741" y="3611"/>
              <a:chExt cx="394" cy="565"/>
            </a:xfrm>
          </p:grpSpPr>
          <p:sp>
            <p:nvSpPr>
              <p:cNvPr id="41" name="Rectangle 25"/>
              <p:cNvSpPr>
                <a:spLocks noChangeArrowheads="1"/>
              </p:cNvSpPr>
              <p:nvPr/>
            </p:nvSpPr>
            <p:spPr bwMode="auto">
              <a:xfrm>
                <a:off x="4741" y="3611"/>
                <a:ext cx="273"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0</a:t>
                </a:r>
              </a:p>
            </p:txBody>
          </p:sp>
          <p:sp>
            <p:nvSpPr>
              <p:cNvPr id="42" name="Rectangle 26"/>
              <p:cNvSpPr>
                <a:spLocks noChangeArrowheads="1"/>
              </p:cNvSpPr>
              <p:nvPr/>
            </p:nvSpPr>
            <p:spPr bwMode="auto">
              <a:xfrm>
                <a:off x="4929" y="3725"/>
                <a:ext cx="206" cy="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baseline="-25000">
                    <a:solidFill>
                      <a:srgbClr val="FF0000"/>
                    </a:solidFill>
                    <a:latin typeface="Arial" panose="020B0604020202020204" pitchFamily="34" charset="0"/>
                    <a:ea typeface="Microsoft YaHei" panose="020B0503020204020204" pitchFamily="34" charset="-122"/>
                  </a:rPr>
                  <a:t>2</a:t>
                </a:r>
              </a:p>
            </p:txBody>
          </p:sp>
        </p:grpSp>
        <p:sp>
          <p:nvSpPr>
            <p:cNvPr id="23" name="Rectangle 27"/>
            <p:cNvSpPr>
              <a:spLocks noChangeArrowheads="1"/>
            </p:cNvSpPr>
            <p:nvPr/>
          </p:nvSpPr>
          <p:spPr bwMode="auto">
            <a:xfrm>
              <a:off x="7143750" y="5895975"/>
              <a:ext cx="43497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1</a:t>
              </a:r>
            </a:p>
          </p:txBody>
        </p:sp>
        <p:sp>
          <p:nvSpPr>
            <p:cNvPr id="24" name="Rectangle 28"/>
            <p:cNvSpPr>
              <a:spLocks noChangeArrowheads="1"/>
            </p:cNvSpPr>
            <p:nvPr/>
          </p:nvSpPr>
          <p:spPr bwMode="auto">
            <a:xfrm>
              <a:off x="5221288" y="3879850"/>
              <a:ext cx="392112"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FF0000"/>
                  </a:solidFill>
                  <a:latin typeface="Symbol" panose="05050102010706020507" pitchFamily="18" charset="2"/>
                  <a:ea typeface="Microsoft YaHei" panose="020B0503020204020204" pitchFamily="34" charset="-122"/>
                </a:rPr>
                <a:t></a:t>
              </a:r>
            </a:p>
          </p:txBody>
        </p:sp>
        <p:sp>
          <p:nvSpPr>
            <p:cNvPr id="25" name="Rectangle 29"/>
            <p:cNvSpPr>
              <a:spLocks noChangeArrowheads="1"/>
            </p:cNvSpPr>
            <p:nvPr/>
          </p:nvSpPr>
          <p:spPr bwMode="auto">
            <a:xfrm>
              <a:off x="6734175" y="3879850"/>
              <a:ext cx="3921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FF0000"/>
                  </a:solidFill>
                  <a:latin typeface="Symbol" panose="05050102010706020507" pitchFamily="18" charset="2"/>
                  <a:ea typeface="Microsoft YaHei" panose="020B0503020204020204" pitchFamily="34" charset="-122"/>
                </a:rPr>
                <a:t></a:t>
              </a:r>
            </a:p>
          </p:txBody>
        </p:sp>
        <p:sp>
          <p:nvSpPr>
            <p:cNvPr id="26" name="Rectangle 30"/>
            <p:cNvSpPr>
              <a:spLocks noChangeArrowheads="1"/>
            </p:cNvSpPr>
            <p:nvPr/>
          </p:nvSpPr>
          <p:spPr bwMode="auto">
            <a:xfrm>
              <a:off x="6772275" y="4419600"/>
              <a:ext cx="8286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2000" b="1">
                  <a:solidFill>
                    <a:srgbClr val="C0504D"/>
                  </a:solidFill>
                  <a:latin typeface="Arial" panose="020B0604020202020204" pitchFamily="34" charset="0"/>
                  <a:ea typeface="Microsoft YaHei" panose="020B0503020204020204" pitchFamily="34" charset="-122"/>
                </a:rPr>
                <a:t>0</a:t>
              </a:r>
              <a:r>
                <a:rPr lang="ru-RU" altLang="ru-RU" sz="2000" b="1">
                  <a:solidFill>
                    <a:srgbClr val="FF0000"/>
                  </a:solidFill>
                  <a:latin typeface="Arial" panose="020B0604020202020204" pitchFamily="34" charset="0"/>
                  <a:ea typeface="Microsoft YaHei" panose="020B0503020204020204" pitchFamily="34" charset="-122"/>
                </a:rPr>
                <a:t>  10</a:t>
              </a:r>
              <a:r>
                <a:rPr lang="ru-RU" altLang="ru-RU" sz="2000" b="1" baseline="-25000">
                  <a:solidFill>
                    <a:srgbClr val="FF0000"/>
                  </a:solidFill>
                  <a:latin typeface="Arial" panose="020B0604020202020204" pitchFamily="34" charset="0"/>
                  <a:ea typeface="Microsoft YaHei" panose="020B0503020204020204" pitchFamily="34" charset="-122"/>
                </a:rPr>
                <a:t>2</a:t>
              </a:r>
            </a:p>
          </p:txBody>
        </p:sp>
        <p:sp>
          <p:nvSpPr>
            <p:cNvPr id="27" name="Rectangle 31"/>
            <p:cNvSpPr>
              <a:spLocks noChangeArrowheads="1"/>
            </p:cNvSpPr>
            <p:nvPr/>
          </p:nvSpPr>
          <p:spPr bwMode="auto">
            <a:xfrm>
              <a:off x="6375400" y="5895975"/>
              <a:ext cx="43497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1</a:t>
              </a:r>
            </a:p>
          </p:txBody>
        </p:sp>
        <p:sp>
          <p:nvSpPr>
            <p:cNvPr id="28" name="Rectangle 32"/>
            <p:cNvSpPr>
              <a:spLocks noChangeArrowheads="1"/>
            </p:cNvSpPr>
            <p:nvPr/>
          </p:nvSpPr>
          <p:spPr bwMode="auto">
            <a:xfrm>
              <a:off x="6759575" y="5895975"/>
              <a:ext cx="43497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0</a:t>
              </a:r>
            </a:p>
          </p:txBody>
        </p:sp>
        <p:sp>
          <p:nvSpPr>
            <p:cNvPr id="29" name="Rectangle 33"/>
            <p:cNvSpPr>
              <a:spLocks noChangeArrowheads="1"/>
            </p:cNvSpPr>
            <p:nvPr/>
          </p:nvSpPr>
          <p:spPr bwMode="auto">
            <a:xfrm>
              <a:off x="5260975" y="4419600"/>
              <a:ext cx="15668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2000" b="1">
                  <a:solidFill>
                    <a:srgbClr val="C0504D"/>
                  </a:solidFill>
                  <a:latin typeface="Arial" panose="020B0604020202020204" pitchFamily="34" charset="0"/>
                  <a:ea typeface="Microsoft YaHei" panose="020B0503020204020204" pitchFamily="34" charset="-122"/>
                </a:rPr>
                <a:t>0   1   </a:t>
              </a:r>
              <a:r>
                <a:rPr lang="ru-RU" altLang="ru-RU" sz="1000" b="1">
                  <a:solidFill>
                    <a:srgbClr val="C0504D"/>
                  </a:solidFill>
                  <a:latin typeface="Arial" panose="020B0604020202020204" pitchFamily="34" charset="0"/>
                  <a:ea typeface="Microsoft YaHei" panose="020B0503020204020204" pitchFamily="34" charset="-122"/>
                </a:rPr>
                <a:t> </a:t>
              </a:r>
              <a:r>
                <a:rPr lang="ru-RU" altLang="ru-RU" sz="2000" b="1">
                  <a:solidFill>
                    <a:srgbClr val="C0504D"/>
                  </a:solidFill>
                  <a:latin typeface="Arial" panose="020B0604020202020204" pitchFamily="34" charset="0"/>
                  <a:ea typeface="Microsoft YaHei" panose="020B0503020204020204" pitchFamily="34" charset="-122"/>
                </a:rPr>
                <a:t>1 </a:t>
              </a:r>
              <a:r>
                <a:rPr lang="ru-RU" altLang="ru-RU" sz="2000" b="1">
                  <a:solidFill>
                    <a:srgbClr val="FF0000"/>
                  </a:solidFill>
                  <a:latin typeface="Arial" panose="020B0604020202020204" pitchFamily="34" charset="0"/>
                  <a:ea typeface="Microsoft YaHei" panose="020B0503020204020204" pitchFamily="34" charset="-122"/>
                </a:rPr>
                <a:t> 10</a:t>
              </a:r>
              <a:r>
                <a:rPr lang="ru-RU" altLang="ru-RU" sz="2000" b="1" baseline="-25000">
                  <a:solidFill>
                    <a:srgbClr val="FF0000"/>
                  </a:solidFill>
                  <a:latin typeface="Arial" panose="020B0604020202020204" pitchFamily="34" charset="0"/>
                  <a:ea typeface="Microsoft YaHei" panose="020B0503020204020204" pitchFamily="34" charset="-122"/>
                </a:rPr>
                <a:t>2</a:t>
              </a:r>
            </a:p>
          </p:txBody>
        </p:sp>
        <p:sp>
          <p:nvSpPr>
            <p:cNvPr id="30" name="Rectangle 34"/>
            <p:cNvSpPr>
              <a:spLocks noChangeArrowheads="1"/>
            </p:cNvSpPr>
            <p:nvPr/>
          </p:nvSpPr>
          <p:spPr bwMode="auto">
            <a:xfrm>
              <a:off x="5991225" y="5895975"/>
              <a:ext cx="43497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0</a:t>
              </a:r>
            </a:p>
          </p:txBody>
        </p:sp>
        <p:sp>
          <p:nvSpPr>
            <p:cNvPr id="31" name="Rectangle 35"/>
            <p:cNvSpPr>
              <a:spLocks noChangeArrowheads="1"/>
            </p:cNvSpPr>
            <p:nvPr/>
          </p:nvSpPr>
          <p:spPr bwMode="auto">
            <a:xfrm>
              <a:off x="5607050" y="5895975"/>
              <a:ext cx="43497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1</a:t>
              </a:r>
            </a:p>
          </p:txBody>
        </p:sp>
        <p:sp>
          <p:nvSpPr>
            <p:cNvPr id="32" name="Rectangle 36"/>
            <p:cNvSpPr>
              <a:spLocks noChangeArrowheads="1"/>
            </p:cNvSpPr>
            <p:nvPr/>
          </p:nvSpPr>
          <p:spPr bwMode="auto">
            <a:xfrm>
              <a:off x="5222875" y="5895975"/>
              <a:ext cx="43497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FF0000"/>
                  </a:solidFill>
                  <a:latin typeface="Arial" panose="020B0604020202020204" pitchFamily="34" charset="0"/>
                  <a:ea typeface="Microsoft YaHei" panose="020B0503020204020204" pitchFamily="34" charset="-122"/>
                </a:rPr>
                <a:t>0</a:t>
              </a:r>
            </a:p>
          </p:txBody>
        </p:sp>
        <p:sp>
          <p:nvSpPr>
            <p:cNvPr id="33" name="Rectangle 37"/>
            <p:cNvSpPr>
              <a:spLocks noChangeArrowheads="1"/>
            </p:cNvSpPr>
            <p:nvPr/>
          </p:nvSpPr>
          <p:spPr bwMode="auto">
            <a:xfrm>
              <a:off x="1674813" y="4117975"/>
              <a:ext cx="392112"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FF0000"/>
                  </a:solidFill>
                  <a:latin typeface="Symbol" panose="05050102010706020507" pitchFamily="18" charset="2"/>
                  <a:ea typeface="Microsoft YaHei" panose="020B0503020204020204" pitchFamily="34" charset="-122"/>
                </a:rPr>
                <a:t></a:t>
              </a:r>
            </a:p>
          </p:txBody>
        </p:sp>
        <p:sp>
          <p:nvSpPr>
            <p:cNvPr id="34" name="Rectangle 38"/>
            <p:cNvSpPr>
              <a:spLocks noChangeArrowheads="1"/>
            </p:cNvSpPr>
            <p:nvPr/>
          </p:nvSpPr>
          <p:spPr bwMode="auto">
            <a:xfrm>
              <a:off x="1270000" y="4117975"/>
              <a:ext cx="3921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FF0000"/>
                  </a:solidFill>
                  <a:latin typeface="Symbol" panose="05050102010706020507" pitchFamily="18" charset="2"/>
                  <a:ea typeface="Microsoft YaHei" panose="020B0503020204020204" pitchFamily="34" charset="-122"/>
                </a:rPr>
                <a:t></a:t>
              </a:r>
            </a:p>
          </p:txBody>
        </p:sp>
        <p:sp>
          <p:nvSpPr>
            <p:cNvPr id="35" name="Rectangle 39"/>
            <p:cNvSpPr>
              <a:spLocks noChangeArrowheads="1"/>
            </p:cNvSpPr>
            <p:nvPr/>
          </p:nvSpPr>
          <p:spPr bwMode="auto">
            <a:xfrm>
              <a:off x="865188" y="4117975"/>
              <a:ext cx="392112"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FF0000"/>
                  </a:solidFill>
                  <a:latin typeface="Symbol" panose="05050102010706020507" pitchFamily="18" charset="2"/>
                  <a:ea typeface="Microsoft YaHei" panose="020B0503020204020204" pitchFamily="34" charset="-122"/>
                </a:rPr>
                <a:t></a:t>
              </a:r>
            </a:p>
          </p:txBody>
        </p:sp>
        <p:sp>
          <p:nvSpPr>
            <p:cNvPr id="36" name="Line 40"/>
            <p:cNvSpPr>
              <a:spLocks noChangeShapeType="1"/>
            </p:cNvSpPr>
            <p:nvPr/>
          </p:nvSpPr>
          <p:spPr bwMode="auto">
            <a:xfrm>
              <a:off x="6804025" y="4887913"/>
              <a:ext cx="288925" cy="288925"/>
            </a:xfrm>
            <a:prstGeom prst="line">
              <a:avLst/>
            </a:prstGeom>
            <a:noFill/>
            <a:ln w="19080" cap="sq">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7" name="Line 41"/>
            <p:cNvSpPr>
              <a:spLocks noChangeShapeType="1"/>
            </p:cNvSpPr>
            <p:nvPr/>
          </p:nvSpPr>
          <p:spPr bwMode="auto">
            <a:xfrm>
              <a:off x="6408738" y="4887913"/>
              <a:ext cx="288925" cy="288925"/>
            </a:xfrm>
            <a:prstGeom prst="line">
              <a:avLst/>
            </a:prstGeom>
            <a:noFill/>
            <a:ln w="19080" cap="sq">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8" name="Line 42"/>
            <p:cNvSpPr>
              <a:spLocks noChangeShapeType="1"/>
            </p:cNvSpPr>
            <p:nvPr/>
          </p:nvSpPr>
          <p:spPr bwMode="auto">
            <a:xfrm>
              <a:off x="6048375" y="4887913"/>
              <a:ext cx="288925" cy="288925"/>
            </a:xfrm>
            <a:prstGeom prst="line">
              <a:avLst/>
            </a:prstGeom>
            <a:noFill/>
            <a:ln w="19080" cap="sq">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9" name="Line 43"/>
            <p:cNvSpPr>
              <a:spLocks noChangeShapeType="1"/>
            </p:cNvSpPr>
            <p:nvPr/>
          </p:nvSpPr>
          <p:spPr bwMode="auto">
            <a:xfrm>
              <a:off x="5651500" y="4887913"/>
              <a:ext cx="288925" cy="288925"/>
            </a:xfrm>
            <a:prstGeom prst="line">
              <a:avLst/>
            </a:prstGeom>
            <a:noFill/>
            <a:ln w="19080" cap="sq">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0" name="Line 44"/>
            <p:cNvSpPr>
              <a:spLocks noChangeShapeType="1"/>
            </p:cNvSpPr>
            <p:nvPr/>
          </p:nvSpPr>
          <p:spPr bwMode="auto">
            <a:xfrm>
              <a:off x="5256213" y="4887913"/>
              <a:ext cx="288925" cy="288925"/>
            </a:xfrm>
            <a:prstGeom prst="line">
              <a:avLst/>
            </a:prstGeom>
            <a:noFill/>
            <a:ln w="19080" cap="sq">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3383407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a:grpSpLocks/>
          </p:cNvGrpSpPr>
          <p:nvPr/>
        </p:nvGrpSpPr>
        <p:grpSpPr bwMode="auto">
          <a:xfrm>
            <a:off x="1921062" y="1036730"/>
            <a:ext cx="3419475" cy="2411413"/>
            <a:chOff x="476" y="663"/>
            <a:chExt cx="2154" cy="1519"/>
          </a:xfrm>
        </p:grpSpPr>
        <p:sp>
          <p:nvSpPr>
            <p:cNvPr id="5" name="Rectangle 5"/>
            <p:cNvSpPr>
              <a:spLocks noChangeArrowheads="1"/>
            </p:cNvSpPr>
            <p:nvPr/>
          </p:nvSpPr>
          <p:spPr bwMode="auto">
            <a:xfrm>
              <a:off x="476" y="663"/>
              <a:ext cx="2154" cy="1519"/>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306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a:spcBef>
                  <a:spcPct val="0"/>
                </a:spcBef>
                <a:buFontTx/>
                <a:buNone/>
              </a:pPr>
              <a:r>
                <a:rPr lang="ru-RU" altLang="ru-RU" sz="4800" dirty="0">
                  <a:solidFill>
                    <a:srgbClr val="000000"/>
                  </a:solidFill>
                  <a:latin typeface="Arial" panose="020B0604020202020204" pitchFamily="34" charset="0"/>
                </a:rPr>
                <a:t>110101</a:t>
              </a:r>
              <a:r>
                <a:rPr lang="ru-RU" altLang="ru-RU" sz="4800" baseline="-25000" dirty="0">
                  <a:solidFill>
                    <a:srgbClr val="000000"/>
                  </a:solidFill>
                  <a:latin typeface="Arial" panose="020B0604020202020204" pitchFamily="34" charset="0"/>
                </a:rPr>
                <a:t>2</a:t>
              </a:r>
            </a:p>
            <a:p>
              <a:pPr algn="r">
                <a:spcBef>
                  <a:spcPct val="0"/>
                </a:spcBef>
                <a:buFontTx/>
                <a:buNone/>
              </a:pPr>
              <a:r>
                <a:rPr lang="en-US" altLang="ru-RU" sz="4800" dirty="0">
                  <a:solidFill>
                    <a:srgbClr val="000000"/>
                  </a:solidFill>
                  <a:latin typeface="Arial" panose="020B0604020202020204" pitchFamily="34" charset="0"/>
                </a:rPr>
                <a:t>+   </a:t>
              </a:r>
              <a:r>
                <a:rPr lang="ru-RU" altLang="ru-RU" sz="4800" dirty="0">
                  <a:solidFill>
                    <a:srgbClr val="000000"/>
                  </a:solidFill>
                  <a:latin typeface="Arial" panose="020B0604020202020204" pitchFamily="34" charset="0"/>
                </a:rPr>
                <a:t>10110</a:t>
              </a:r>
              <a:r>
                <a:rPr lang="ru-RU" altLang="ru-RU" sz="4800" baseline="-25000" dirty="0">
                  <a:solidFill>
                    <a:srgbClr val="000000"/>
                  </a:solidFill>
                  <a:latin typeface="Arial" panose="020B0604020202020204" pitchFamily="34" charset="0"/>
                </a:rPr>
                <a:t>2</a:t>
              </a:r>
            </a:p>
            <a:p>
              <a:pPr algn="r">
                <a:spcBef>
                  <a:spcPct val="0"/>
                </a:spcBef>
                <a:buFontTx/>
                <a:buNone/>
              </a:pPr>
              <a:endParaRPr lang="en-US" altLang="ru-RU" sz="4800" baseline="-25000" dirty="0">
                <a:solidFill>
                  <a:srgbClr val="000000"/>
                </a:solidFill>
                <a:latin typeface="Arial" panose="020B0604020202020204" pitchFamily="34" charset="0"/>
              </a:endParaRPr>
            </a:p>
          </p:txBody>
        </p:sp>
        <p:sp>
          <p:nvSpPr>
            <p:cNvPr id="6" name="Line 6"/>
            <p:cNvSpPr>
              <a:spLocks noChangeShapeType="1"/>
            </p:cNvSpPr>
            <p:nvPr/>
          </p:nvSpPr>
          <p:spPr bwMode="auto">
            <a:xfrm>
              <a:off x="657" y="1706"/>
              <a:ext cx="1833" cy="0"/>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 name="Group 7"/>
          <p:cNvGrpSpPr>
            <a:grpSpLocks/>
          </p:cNvGrpSpPr>
          <p:nvPr/>
        </p:nvGrpSpPr>
        <p:grpSpPr bwMode="auto">
          <a:xfrm>
            <a:off x="5953312" y="1036730"/>
            <a:ext cx="3419475" cy="2411413"/>
            <a:chOff x="3016" y="663"/>
            <a:chExt cx="2154" cy="1519"/>
          </a:xfrm>
        </p:grpSpPr>
        <p:sp>
          <p:nvSpPr>
            <p:cNvPr id="8" name="Rectangle 8"/>
            <p:cNvSpPr>
              <a:spLocks noChangeArrowheads="1"/>
            </p:cNvSpPr>
            <p:nvPr/>
          </p:nvSpPr>
          <p:spPr bwMode="auto">
            <a:xfrm>
              <a:off x="3016" y="663"/>
              <a:ext cx="2154" cy="1519"/>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306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a:spcBef>
                  <a:spcPct val="0"/>
                </a:spcBef>
                <a:buFontTx/>
                <a:buNone/>
              </a:pPr>
              <a:r>
                <a:rPr lang="ru-RU" altLang="ru-RU" sz="4800">
                  <a:solidFill>
                    <a:srgbClr val="000000"/>
                  </a:solidFill>
                  <a:latin typeface="Arial" panose="020B0604020202020204" pitchFamily="34" charset="0"/>
                </a:rPr>
                <a:t>10111</a:t>
              </a:r>
              <a:r>
                <a:rPr lang="ru-RU" altLang="ru-RU" sz="4800" baseline="-25000">
                  <a:solidFill>
                    <a:srgbClr val="000000"/>
                  </a:solidFill>
                  <a:latin typeface="Arial" panose="020B0604020202020204" pitchFamily="34" charset="0"/>
                </a:rPr>
                <a:t>2</a:t>
              </a:r>
            </a:p>
            <a:p>
              <a:pPr algn="r">
                <a:spcBef>
                  <a:spcPct val="0"/>
                </a:spcBef>
                <a:buFontTx/>
                <a:buNone/>
              </a:pPr>
              <a:r>
                <a:rPr lang="en-US" altLang="ru-RU" sz="4800">
                  <a:solidFill>
                    <a:srgbClr val="000000"/>
                  </a:solidFill>
                  <a:latin typeface="Arial" panose="020B0604020202020204" pitchFamily="34" charset="0"/>
                </a:rPr>
                <a:t>+  </a:t>
              </a:r>
              <a:r>
                <a:rPr lang="ru-RU" altLang="ru-RU" sz="4800">
                  <a:solidFill>
                    <a:srgbClr val="000000"/>
                  </a:solidFill>
                  <a:latin typeface="Arial" panose="020B0604020202020204" pitchFamily="34" charset="0"/>
                </a:rPr>
                <a:t>101110</a:t>
              </a:r>
              <a:r>
                <a:rPr lang="ru-RU" altLang="ru-RU" sz="4800" baseline="-25000">
                  <a:solidFill>
                    <a:srgbClr val="000000"/>
                  </a:solidFill>
                  <a:latin typeface="Arial" panose="020B0604020202020204" pitchFamily="34" charset="0"/>
                </a:rPr>
                <a:t>2</a:t>
              </a:r>
            </a:p>
            <a:p>
              <a:pPr algn="r">
                <a:spcBef>
                  <a:spcPct val="0"/>
                </a:spcBef>
                <a:buFontTx/>
                <a:buNone/>
              </a:pPr>
              <a:endParaRPr lang="en-US" altLang="ru-RU" sz="4800" baseline="-25000">
                <a:solidFill>
                  <a:srgbClr val="000000"/>
                </a:solidFill>
                <a:latin typeface="Arial" panose="020B0604020202020204" pitchFamily="34" charset="0"/>
              </a:endParaRPr>
            </a:p>
          </p:txBody>
        </p:sp>
        <p:sp>
          <p:nvSpPr>
            <p:cNvPr id="9" name="Line 9"/>
            <p:cNvSpPr>
              <a:spLocks noChangeShapeType="1"/>
            </p:cNvSpPr>
            <p:nvPr/>
          </p:nvSpPr>
          <p:spPr bwMode="auto">
            <a:xfrm>
              <a:off x="3197" y="1706"/>
              <a:ext cx="1833" cy="0"/>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 name="Group 10"/>
          <p:cNvGrpSpPr>
            <a:grpSpLocks/>
          </p:cNvGrpSpPr>
          <p:nvPr/>
        </p:nvGrpSpPr>
        <p:grpSpPr bwMode="auto">
          <a:xfrm>
            <a:off x="1921062" y="3881530"/>
            <a:ext cx="3419475" cy="2411413"/>
            <a:chOff x="476" y="2455"/>
            <a:chExt cx="2154" cy="1519"/>
          </a:xfrm>
        </p:grpSpPr>
        <p:sp>
          <p:nvSpPr>
            <p:cNvPr id="11" name="Rectangle 11"/>
            <p:cNvSpPr>
              <a:spLocks noChangeArrowheads="1"/>
            </p:cNvSpPr>
            <p:nvPr/>
          </p:nvSpPr>
          <p:spPr bwMode="auto">
            <a:xfrm>
              <a:off x="476" y="2455"/>
              <a:ext cx="2154" cy="1519"/>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306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a:spcBef>
                  <a:spcPct val="0"/>
                </a:spcBef>
                <a:buFontTx/>
                <a:buNone/>
              </a:pPr>
              <a:r>
                <a:rPr lang="ru-RU" altLang="ru-RU" sz="4800" dirty="0">
                  <a:solidFill>
                    <a:srgbClr val="000000"/>
                  </a:solidFill>
                  <a:latin typeface="Arial" panose="020B0604020202020204" pitchFamily="34" charset="0"/>
                </a:rPr>
                <a:t>111011</a:t>
              </a:r>
              <a:r>
                <a:rPr lang="ru-RU" altLang="ru-RU" sz="4800" baseline="-25000" dirty="0">
                  <a:solidFill>
                    <a:srgbClr val="000000"/>
                  </a:solidFill>
                  <a:latin typeface="Arial" panose="020B0604020202020204" pitchFamily="34" charset="0"/>
                </a:rPr>
                <a:t>2</a:t>
              </a:r>
            </a:p>
            <a:p>
              <a:pPr algn="r">
                <a:spcBef>
                  <a:spcPct val="0"/>
                </a:spcBef>
                <a:buFontTx/>
                <a:buNone/>
              </a:pPr>
              <a:r>
                <a:rPr lang="en-US" altLang="ru-RU" sz="4800" dirty="0">
                  <a:solidFill>
                    <a:srgbClr val="000000"/>
                  </a:solidFill>
                  <a:latin typeface="Arial" panose="020B0604020202020204" pitchFamily="34" charset="0"/>
                </a:rPr>
                <a:t>+   </a:t>
              </a:r>
              <a:r>
                <a:rPr lang="ru-RU" altLang="ru-RU" sz="4800" dirty="0">
                  <a:solidFill>
                    <a:srgbClr val="000000"/>
                  </a:solidFill>
                  <a:latin typeface="Arial" panose="020B0604020202020204" pitchFamily="34" charset="0"/>
                </a:rPr>
                <a:t>11011</a:t>
              </a:r>
              <a:r>
                <a:rPr lang="ru-RU" altLang="ru-RU" sz="4800" baseline="-25000" dirty="0">
                  <a:solidFill>
                    <a:srgbClr val="000000"/>
                  </a:solidFill>
                  <a:latin typeface="Arial" panose="020B0604020202020204" pitchFamily="34" charset="0"/>
                </a:rPr>
                <a:t>2</a:t>
              </a:r>
            </a:p>
            <a:p>
              <a:pPr algn="r">
                <a:spcBef>
                  <a:spcPct val="0"/>
                </a:spcBef>
                <a:buFontTx/>
                <a:buNone/>
              </a:pPr>
              <a:endParaRPr lang="en-US" altLang="ru-RU" sz="4800" baseline="-25000" dirty="0">
                <a:solidFill>
                  <a:srgbClr val="000000"/>
                </a:solidFill>
                <a:latin typeface="Arial" panose="020B0604020202020204" pitchFamily="34" charset="0"/>
              </a:endParaRPr>
            </a:p>
          </p:txBody>
        </p:sp>
        <p:sp>
          <p:nvSpPr>
            <p:cNvPr id="12" name="Line 12"/>
            <p:cNvSpPr>
              <a:spLocks noChangeShapeType="1"/>
            </p:cNvSpPr>
            <p:nvPr/>
          </p:nvSpPr>
          <p:spPr bwMode="auto">
            <a:xfrm>
              <a:off x="657" y="3498"/>
              <a:ext cx="1833" cy="0"/>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 name="Group 13"/>
          <p:cNvGrpSpPr>
            <a:grpSpLocks/>
          </p:cNvGrpSpPr>
          <p:nvPr/>
        </p:nvGrpSpPr>
        <p:grpSpPr bwMode="auto">
          <a:xfrm>
            <a:off x="5953312" y="3881530"/>
            <a:ext cx="3419475" cy="2411413"/>
            <a:chOff x="3016" y="2455"/>
            <a:chExt cx="2154" cy="1519"/>
          </a:xfrm>
        </p:grpSpPr>
        <p:sp>
          <p:nvSpPr>
            <p:cNvPr id="14" name="Rectangle 14"/>
            <p:cNvSpPr>
              <a:spLocks noChangeArrowheads="1"/>
            </p:cNvSpPr>
            <p:nvPr/>
          </p:nvSpPr>
          <p:spPr bwMode="auto">
            <a:xfrm>
              <a:off x="3016" y="2455"/>
              <a:ext cx="2154" cy="1519"/>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306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a:spcBef>
                  <a:spcPct val="0"/>
                </a:spcBef>
                <a:buFontTx/>
                <a:buNone/>
              </a:pPr>
              <a:r>
                <a:rPr lang="ru-RU" altLang="ru-RU" sz="4800">
                  <a:solidFill>
                    <a:srgbClr val="000000"/>
                  </a:solidFill>
                  <a:latin typeface="Arial" panose="020B0604020202020204" pitchFamily="34" charset="0"/>
                </a:rPr>
                <a:t>111011</a:t>
              </a:r>
              <a:r>
                <a:rPr lang="ru-RU" altLang="ru-RU" sz="4800" baseline="-25000">
                  <a:solidFill>
                    <a:srgbClr val="000000"/>
                  </a:solidFill>
                  <a:latin typeface="Arial" panose="020B0604020202020204" pitchFamily="34" charset="0"/>
                </a:rPr>
                <a:t>2</a:t>
              </a:r>
            </a:p>
            <a:p>
              <a:pPr algn="r">
                <a:spcBef>
                  <a:spcPct val="0"/>
                </a:spcBef>
                <a:buFontTx/>
                <a:buNone/>
              </a:pPr>
              <a:r>
                <a:rPr lang="en-US" altLang="ru-RU" sz="4800">
                  <a:solidFill>
                    <a:srgbClr val="000000"/>
                  </a:solidFill>
                  <a:latin typeface="Arial" panose="020B0604020202020204" pitchFamily="34" charset="0"/>
                </a:rPr>
                <a:t>+   </a:t>
              </a:r>
              <a:r>
                <a:rPr lang="ru-RU" altLang="ru-RU" sz="4800">
                  <a:solidFill>
                    <a:srgbClr val="000000"/>
                  </a:solidFill>
                  <a:latin typeface="Arial" panose="020B0604020202020204" pitchFamily="34" charset="0"/>
                </a:rPr>
                <a:t>10011</a:t>
              </a:r>
              <a:r>
                <a:rPr lang="ru-RU" altLang="ru-RU" sz="4800" baseline="-25000">
                  <a:solidFill>
                    <a:srgbClr val="000000"/>
                  </a:solidFill>
                  <a:latin typeface="Arial" panose="020B0604020202020204" pitchFamily="34" charset="0"/>
                </a:rPr>
                <a:t>2</a:t>
              </a:r>
            </a:p>
            <a:p>
              <a:pPr algn="r">
                <a:spcBef>
                  <a:spcPct val="0"/>
                </a:spcBef>
                <a:buFontTx/>
                <a:buNone/>
              </a:pPr>
              <a:endParaRPr lang="en-US" altLang="ru-RU" sz="4800" baseline="-25000">
                <a:solidFill>
                  <a:srgbClr val="000000"/>
                </a:solidFill>
                <a:latin typeface="Arial" panose="020B0604020202020204" pitchFamily="34" charset="0"/>
              </a:endParaRPr>
            </a:p>
          </p:txBody>
        </p:sp>
        <p:sp>
          <p:nvSpPr>
            <p:cNvPr id="15" name="Line 15"/>
            <p:cNvSpPr>
              <a:spLocks noChangeShapeType="1"/>
            </p:cNvSpPr>
            <p:nvPr/>
          </p:nvSpPr>
          <p:spPr bwMode="auto">
            <a:xfrm>
              <a:off x="3197" y="3498"/>
              <a:ext cx="1833" cy="0"/>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16" name="Text 0"/>
          <p:cNvSpPr/>
          <p:nvPr/>
        </p:nvSpPr>
        <p:spPr>
          <a:xfrm>
            <a:off x="3663344" y="281081"/>
            <a:ext cx="5044077" cy="532308"/>
          </a:xfrm>
          <a:prstGeom prst="rect">
            <a:avLst/>
          </a:prstGeom>
          <a:noFill/>
          <a:ln/>
        </p:spPr>
        <p:txBody>
          <a:bodyPr wrap="none" lIns="0" tIns="0" rIns="0" bIns="0" rtlCol="0" anchor="t"/>
          <a:lstStyle/>
          <a:p>
            <a:pPr>
              <a:lnSpc>
                <a:spcPts val="4167"/>
              </a:lnSpc>
            </a:pPr>
            <a:r>
              <a:rPr lang="en-US" sz="3333" b="1" dirty="0">
                <a:solidFill>
                  <a:srgbClr val="000000"/>
                </a:solidFill>
                <a:latin typeface="Petrona Bold" pitchFamily="34" charset="0"/>
                <a:ea typeface="Petrona Bold" pitchFamily="34" charset="-122"/>
                <a:cs typeface="Petrona Bold" pitchFamily="34" charset="-120"/>
              </a:rPr>
              <a:t>Arithmetic </a:t>
            </a:r>
            <a:r>
              <a:rPr lang="en-US" sz="3333" b="1" dirty="0" smtClean="0">
                <a:solidFill>
                  <a:srgbClr val="000000"/>
                </a:solidFill>
                <a:latin typeface="Petrona Bold" pitchFamily="34" charset="0"/>
                <a:ea typeface="Petrona Bold" pitchFamily="34" charset="-122"/>
                <a:cs typeface="Petrona Bold" pitchFamily="34" charset="-120"/>
              </a:rPr>
              <a:t>Operations</a:t>
            </a:r>
            <a:endParaRPr lang="en-US" sz="3333" dirty="0"/>
          </a:p>
        </p:txBody>
      </p:sp>
    </p:spTree>
    <p:extLst>
      <p:ext uri="{BB962C8B-B14F-4D97-AF65-F5344CB8AC3E}">
        <p14:creationId xmlns:p14="http://schemas.microsoft.com/office/powerpoint/2010/main" val="187564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additive="repl">
                                        <p:cTn id="6" dur="1" fill="hold">
                                          <p:stCondLst>
                                            <p:cond delay="0"/>
                                          </p:stCondLst>
                                        </p:cTn>
                                        <p:tgtEl>
                                          <p:spTgt spid="7"/>
                                        </p:tgtEl>
                                        <p:attrNameLst>
                                          <p:attrName>style.visibility</p:attrName>
                                        </p:attrNameLst>
                                      </p:cBhvr>
                                      <p:to>
                                        <p:strVal val="visible"/>
                                      </p:to>
                                    </p:set>
                                    <p:animEffect transition="in" filter="dissolve">
                                      <p:cBhvr additive="repl">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fill="hold" nodeType="clickEffect">
                                  <p:stCondLst>
                                    <p:cond delay="0"/>
                                  </p:stCondLst>
                                  <p:childTnLst>
                                    <p:set>
                                      <p:cBhvr additive="repl">
                                        <p:cTn id="11" dur="1" fill="hold">
                                          <p:stCondLst>
                                            <p:cond delay="0"/>
                                          </p:stCondLst>
                                        </p:cTn>
                                        <p:tgtEl>
                                          <p:spTgt spid="10"/>
                                        </p:tgtEl>
                                        <p:attrNameLst>
                                          <p:attrName>style.visibility</p:attrName>
                                        </p:attrNameLst>
                                      </p:cBhvr>
                                      <p:to>
                                        <p:strVal val="visible"/>
                                      </p:to>
                                    </p:set>
                                    <p:animEffect transition="in" filter="dissolve">
                                      <p:cBhvr additive="repl">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fill="hold" nodeType="clickEffect">
                                  <p:stCondLst>
                                    <p:cond delay="0"/>
                                  </p:stCondLst>
                                  <p:childTnLst>
                                    <p:set>
                                      <p:cBhvr additive="repl">
                                        <p:cTn id="16" dur="1" fill="hold">
                                          <p:stCondLst>
                                            <p:cond delay="0"/>
                                          </p:stCondLst>
                                        </p:cTn>
                                        <p:tgtEl>
                                          <p:spTgt spid="13"/>
                                        </p:tgtEl>
                                        <p:attrNameLst>
                                          <p:attrName>style.visibility</p:attrName>
                                        </p:attrNameLst>
                                      </p:cBhvr>
                                      <p:to>
                                        <p:strVal val="visible"/>
                                      </p:to>
                                    </p:set>
                                    <p:animEffect transition="in" filter="dissolve">
                                      <p:cBhvr additive="repl">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3663344" y="281081"/>
            <a:ext cx="5044077" cy="532308"/>
          </a:xfrm>
          <a:prstGeom prst="rect">
            <a:avLst/>
          </a:prstGeom>
          <a:noFill/>
          <a:ln/>
        </p:spPr>
        <p:txBody>
          <a:bodyPr wrap="none" lIns="0" tIns="0" rIns="0" bIns="0" rtlCol="0" anchor="t"/>
          <a:lstStyle/>
          <a:p>
            <a:pPr>
              <a:lnSpc>
                <a:spcPts val="4167"/>
              </a:lnSpc>
            </a:pPr>
            <a:r>
              <a:rPr lang="en-US" sz="3333" b="1" dirty="0">
                <a:solidFill>
                  <a:srgbClr val="000000"/>
                </a:solidFill>
                <a:latin typeface="Petrona Bold" pitchFamily="34" charset="0"/>
                <a:ea typeface="Petrona Bold" pitchFamily="34" charset="-122"/>
                <a:cs typeface="Petrona Bold" pitchFamily="34" charset="-120"/>
              </a:rPr>
              <a:t>Arithmetic </a:t>
            </a:r>
            <a:r>
              <a:rPr lang="en-US" sz="3333" b="1" dirty="0" smtClean="0">
                <a:solidFill>
                  <a:srgbClr val="000000"/>
                </a:solidFill>
                <a:latin typeface="Petrona Bold" pitchFamily="34" charset="0"/>
                <a:ea typeface="Petrona Bold" pitchFamily="34" charset="-122"/>
                <a:cs typeface="Petrona Bold" pitchFamily="34" charset="-120"/>
              </a:rPr>
              <a:t>Operations</a:t>
            </a:r>
            <a:endParaRPr lang="en-US" sz="3333" dirty="0"/>
          </a:p>
        </p:txBody>
      </p:sp>
      <p:sp>
        <p:nvSpPr>
          <p:cNvPr id="5" name="Rectangle 5"/>
          <p:cNvSpPr>
            <a:spLocks noChangeArrowheads="1"/>
          </p:cNvSpPr>
          <p:nvPr/>
        </p:nvSpPr>
        <p:spPr bwMode="auto">
          <a:xfrm>
            <a:off x="1677666" y="1177624"/>
            <a:ext cx="3609446" cy="2473371"/>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306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a:spcBef>
                <a:spcPct val="0"/>
              </a:spcBef>
              <a:buFontTx/>
              <a:buNone/>
            </a:pPr>
            <a:r>
              <a:rPr lang="ru-RU" altLang="ru-RU" sz="4800" dirty="0">
                <a:solidFill>
                  <a:srgbClr val="000000"/>
                </a:solidFill>
                <a:latin typeface="Arial" panose="020B0604020202020204" pitchFamily="34" charset="0"/>
              </a:rPr>
              <a:t>101</a:t>
            </a:r>
            <a:r>
              <a:rPr lang="ru-RU" altLang="ru-RU" sz="400" dirty="0">
                <a:solidFill>
                  <a:srgbClr val="000000"/>
                </a:solidFill>
                <a:latin typeface="Arial" panose="020B0604020202020204" pitchFamily="34" charset="0"/>
              </a:rPr>
              <a:t> </a:t>
            </a:r>
            <a:r>
              <a:rPr lang="ru-RU" altLang="ru-RU" sz="4800" dirty="0">
                <a:solidFill>
                  <a:srgbClr val="000000"/>
                </a:solidFill>
                <a:latin typeface="Arial" panose="020B0604020202020204" pitchFamily="34" charset="0"/>
              </a:rPr>
              <a:t>1</a:t>
            </a:r>
            <a:r>
              <a:rPr lang="ru-RU" altLang="ru-RU" sz="500" dirty="0">
                <a:solidFill>
                  <a:srgbClr val="000000"/>
                </a:solidFill>
                <a:latin typeface="Arial" panose="020B0604020202020204" pitchFamily="34" charset="0"/>
              </a:rPr>
              <a:t> </a:t>
            </a:r>
            <a:r>
              <a:rPr lang="ru-RU" altLang="ru-RU" sz="4800" dirty="0">
                <a:solidFill>
                  <a:srgbClr val="000000"/>
                </a:solidFill>
                <a:latin typeface="Arial" panose="020B0604020202020204" pitchFamily="34" charset="0"/>
              </a:rPr>
              <a:t>1</a:t>
            </a:r>
            <a:r>
              <a:rPr lang="ru-RU" altLang="ru-RU" sz="4800" baseline="-25000" dirty="0">
                <a:solidFill>
                  <a:srgbClr val="000000"/>
                </a:solidFill>
                <a:latin typeface="Arial" panose="020B0604020202020204" pitchFamily="34" charset="0"/>
              </a:rPr>
              <a:t>2</a:t>
            </a:r>
          </a:p>
          <a:p>
            <a:pPr algn="r">
              <a:spcBef>
                <a:spcPct val="0"/>
              </a:spcBef>
              <a:buFontTx/>
              <a:buNone/>
            </a:pPr>
            <a:r>
              <a:rPr lang="ru-RU" altLang="ru-RU" sz="4800" dirty="0">
                <a:solidFill>
                  <a:srgbClr val="000000"/>
                </a:solidFill>
                <a:latin typeface="Arial" panose="020B0604020202020204" pitchFamily="34" charset="0"/>
              </a:rPr>
              <a:t>–</a:t>
            </a:r>
            <a:r>
              <a:rPr lang="en-US" altLang="ru-RU" sz="4800" dirty="0">
                <a:solidFill>
                  <a:srgbClr val="000000"/>
                </a:solidFill>
                <a:latin typeface="Arial" panose="020B0604020202020204" pitchFamily="34" charset="0"/>
              </a:rPr>
              <a:t>   </a:t>
            </a:r>
            <a:r>
              <a:rPr lang="ru-RU" altLang="ru-RU" sz="4800" dirty="0">
                <a:solidFill>
                  <a:srgbClr val="000000"/>
                </a:solidFill>
                <a:latin typeface="Arial" panose="020B0604020202020204" pitchFamily="34" charset="0"/>
              </a:rPr>
              <a:t>1101</a:t>
            </a:r>
            <a:r>
              <a:rPr lang="ru-RU" altLang="ru-RU" sz="4800" baseline="-25000" dirty="0">
                <a:solidFill>
                  <a:srgbClr val="000000"/>
                </a:solidFill>
                <a:latin typeface="Arial" panose="020B0604020202020204" pitchFamily="34" charset="0"/>
              </a:rPr>
              <a:t>2</a:t>
            </a:r>
          </a:p>
          <a:p>
            <a:pPr algn="r">
              <a:spcBef>
                <a:spcPct val="0"/>
              </a:spcBef>
              <a:buFontTx/>
              <a:buNone/>
            </a:pPr>
            <a:endParaRPr lang="ru-RU" altLang="ru-RU" sz="4800" baseline="-25000" dirty="0">
              <a:solidFill>
                <a:srgbClr val="000000"/>
              </a:solidFill>
              <a:latin typeface="Arial" panose="020B0604020202020204" pitchFamily="34" charset="0"/>
            </a:endParaRPr>
          </a:p>
          <a:p>
            <a:pPr algn="r">
              <a:spcBef>
                <a:spcPct val="0"/>
              </a:spcBef>
              <a:buFontTx/>
              <a:buNone/>
            </a:pPr>
            <a:endParaRPr lang="en-US" altLang="ru-RU" sz="4800" baseline="-25000" dirty="0">
              <a:solidFill>
                <a:srgbClr val="000000"/>
              </a:solidFill>
              <a:latin typeface="Arial" panose="020B0604020202020204" pitchFamily="34" charset="0"/>
            </a:endParaRPr>
          </a:p>
        </p:txBody>
      </p:sp>
      <p:sp>
        <p:nvSpPr>
          <p:cNvPr id="6" name="Rectangle 8"/>
          <p:cNvSpPr>
            <a:spLocks noChangeArrowheads="1"/>
          </p:cNvSpPr>
          <p:nvPr/>
        </p:nvSpPr>
        <p:spPr bwMode="auto">
          <a:xfrm>
            <a:off x="6161824" y="1177624"/>
            <a:ext cx="3609446" cy="2473371"/>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306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a:spcBef>
                <a:spcPct val="0"/>
              </a:spcBef>
              <a:buFontTx/>
              <a:buNone/>
            </a:pPr>
            <a:r>
              <a:rPr lang="ru-RU" altLang="ru-RU" sz="4800" dirty="0">
                <a:solidFill>
                  <a:srgbClr val="000000"/>
                </a:solidFill>
                <a:latin typeface="Arial" panose="020B0604020202020204" pitchFamily="34" charset="0"/>
              </a:rPr>
              <a:t>101</a:t>
            </a:r>
            <a:r>
              <a:rPr lang="ru-RU" altLang="ru-RU" sz="400" dirty="0">
                <a:solidFill>
                  <a:srgbClr val="000000"/>
                </a:solidFill>
                <a:latin typeface="Arial" panose="020B0604020202020204" pitchFamily="34" charset="0"/>
              </a:rPr>
              <a:t> </a:t>
            </a:r>
            <a:r>
              <a:rPr lang="ru-RU" altLang="ru-RU" sz="4800" dirty="0">
                <a:solidFill>
                  <a:srgbClr val="000000"/>
                </a:solidFill>
                <a:latin typeface="Arial" panose="020B0604020202020204" pitchFamily="34" charset="0"/>
              </a:rPr>
              <a:t>1101</a:t>
            </a:r>
            <a:r>
              <a:rPr lang="ru-RU" altLang="ru-RU" sz="4800" baseline="-25000" dirty="0">
                <a:solidFill>
                  <a:srgbClr val="000000"/>
                </a:solidFill>
                <a:latin typeface="Arial" panose="020B0604020202020204" pitchFamily="34" charset="0"/>
              </a:rPr>
              <a:t>2</a:t>
            </a:r>
          </a:p>
          <a:p>
            <a:pPr algn="r">
              <a:spcBef>
                <a:spcPct val="0"/>
              </a:spcBef>
              <a:buFontTx/>
              <a:buNone/>
            </a:pPr>
            <a:r>
              <a:rPr lang="ru-RU" altLang="ru-RU" sz="4800" dirty="0">
                <a:solidFill>
                  <a:srgbClr val="000000"/>
                </a:solidFill>
                <a:latin typeface="Arial" panose="020B0604020202020204" pitchFamily="34" charset="0"/>
              </a:rPr>
              <a:t>–  110111</a:t>
            </a:r>
            <a:r>
              <a:rPr lang="ru-RU" altLang="ru-RU" sz="4800" baseline="-25000" dirty="0">
                <a:solidFill>
                  <a:srgbClr val="000000"/>
                </a:solidFill>
                <a:latin typeface="Arial" panose="020B0604020202020204" pitchFamily="34" charset="0"/>
              </a:rPr>
              <a:t>2</a:t>
            </a:r>
          </a:p>
          <a:p>
            <a:pPr algn="r">
              <a:spcBef>
                <a:spcPct val="0"/>
              </a:spcBef>
              <a:buFontTx/>
              <a:buNone/>
            </a:pPr>
            <a:endParaRPr lang="en-US" altLang="ru-RU" sz="4800" baseline="-25000" dirty="0">
              <a:solidFill>
                <a:srgbClr val="000000"/>
              </a:solidFill>
              <a:latin typeface="Arial" panose="020B0604020202020204" pitchFamily="34" charset="0"/>
            </a:endParaRPr>
          </a:p>
        </p:txBody>
      </p:sp>
      <p:sp>
        <p:nvSpPr>
          <p:cNvPr id="7" name="Rectangle 8"/>
          <p:cNvSpPr>
            <a:spLocks noChangeArrowheads="1"/>
          </p:cNvSpPr>
          <p:nvPr/>
        </p:nvSpPr>
        <p:spPr bwMode="auto">
          <a:xfrm>
            <a:off x="1712856" y="4069465"/>
            <a:ext cx="3609446" cy="2473371"/>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306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a:spcBef>
                <a:spcPct val="0"/>
              </a:spcBef>
              <a:buFontTx/>
              <a:buNone/>
            </a:pPr>
            <a:r>
              <a:rPr lang="ru-RU" altLang="ru-RU" sz="4800" dirty="0">
                <a:solidFill>
                  <a:srgbClr val="000000"/>
                </a:solidFill>
                <a:latin typeface="Arial" panose="020B0604020202020204" pitchFamily="34" charset="0"/>
              </a:rPr>
              <a:t>10</a:t>
            </a:r>
            <a:r>
              <a:rPr lang="ru-RU" altLang="ru-RU" sz="400" dirty="0">
                <a:solidFill>
                  <a:srgbClr val="000000"/>
                </a:solidFill>
                <a:latin typeface="Arial" panose="020B0604020202020204" pitchFamily="34" charset="0"/>
              </a:rPr>
              <a:t> </a:t>
            </a:r>
            <a:r>
              <a:rPr lang="ru-RU" altLang="ru-RU" sz="4800" dirty="0">
                <a:solidFill>
                  <a:srgbClr val="000000"/>
                </a:solidFill>
                <a:latin typeface="Arial" panose="020B0604020202020204" pitchFamily="34" charset="0"/>
              </a:rPr>
              <a:t>1101</a:t>
            </a:r>
            <a:r>
              <a:rPr lang="ru-RU" altLang="ru-RU" sz="4800" baseline="-25000" dirty="0">
                <a:solidFill>
                  <a:srgbClr val="000000"/>
                </a:solidFill>
                <a:latin typeface="Arial" panose="020B0604020202020204" pitchFamily="34" charset="0"/>
              </a:rPr>
              <a:t>2</a:t>
            </a:r>
          </a:p>
          <a:p>
            <a:pPr algn="r">
              <a:spcBef>
                <a:spcPct val="0"/>
              </a:spcBef>
              <a:buFontTx/>
              <a:buNone/>
            </a:pPr>
            <a:r>
              <a:rPr lang="ru-RU" altLang="ru-RU" sz="4800" dirty="0">
                <a:solidFill>
                  <a:srgbClr val="000000"/>
                </a:solidFill>
                <a:latin typeface="Arial" panose="020B0604020202020204" pitchFamily="34" charset="0"/>
              </a:rPr>
              <a:t>–  11011</a:t>
            </a:r>
            <a:r>
              <a:rPr lang="ru-RU" altLang="ru-RU" sz="4800" baseline="-25000" dirty="0">
                <a:solidFill>
                  <a:srgbClr val="000000"/>
                </a:solidFill>
                <a:latin typeface="Arial" panose="020B0604020202020204" pitchFamily="34" charset="0"/>
              </a:rPr>
              <a:t>2</a:t>
            </a:r>
          </a:p>
          <a:p>
            <a:pPr algn="r">
              <a:spcBef>
                <a:spcPct val="0"/>
              </a:spcBef>
              <a:buFontTx/>
              <a:buNone/>
            </a:pPr>
            <a:endParaRPr lang="en-US" altLang="ru-RU" sz="4800" baseline="-25000" dirty="0">
              <a:solidFill>
                <a:srgbClr val="000000"/>
              </a:solidFill>
              <a:latin typeface="Arial" panose="020B0604020202020204" pitchFamily="34" charset="0"/>
            </a:endParaRPr>
          </a:p>
        </p:txBody>
      </p:sp>
    </p:spTree>
    <p:extLst>
      <p:ext uri="{BB962C8B-B14F-4D97-AF65-F5344CB8AC3E}">
        <p14:creationId xmlns:p14="http://schemas.microsoft.com/office/powerpoint/2010/main" val="1051294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13282" y="716287"/>
            <a:ext cx="7362849" cy="523220"/>
          </a:xfrm>
          <a:prstGeom prst="rect">
            <a:avLst/>
          </a:prstGeom>
        </p:spPr>
        <p:txBody>
          <a:bodyPr wrap="none">
            <a:spAutoFit/>
          </a:bodyPr>
          <a:lstStyle/>
          <a:p>
            <a:r>
              <a:rPr lang="en-US" sz="2800" b="1" dirty="0" smtClean="0">
                <a:latin typeface="Times New Roman" panose="02020603050405020304" pitchFamily="18" charset="0"/>
                <a:cs typeface="Times New Roman" panose="02020603050405020304" pitchFamily="18" charset="0"/>
              </a:rPr>
              <a:t>The addition operation in octal number system</a:t>
            </a:r>
            <a:endParaRPr lang="en-US" sz="2800" b="1" dirty="0">
              <a:latin typeface="Times New Roman" panose="02020603050405020304" pitchFamily="18" charset="0"/>
              <a:cs typeface="Times New Roman" panose="02020603050405020304" pitchFamily="18" charset="0"/>
            </a:endParaRPr>
          </a:p>
        </p:txBody>
      </p:sp>
      <p:pic>
        <p:nvPicPr>
          <p:cNvPr id="5" name="Рисунок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1264" y="1865406"/>
            <a:ext cx="6819251" cy="440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3146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1937871" y="2862729"/>
            <a:ext cx="2952750" cy="2484438"/>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en-US" altLang="ru-RU" sz="4800">
                <a:solidFill>
                  <a:srgbClr val="000000"/>
                </a:solidFill>
                <a:latin typeface="Arial" panose="020B0604020202020204" pitchFamily="34" charset="0"/>
                <a:ea typeface="Microsoft YaHei" panose="020B0503020204020204" pitchFamily="34" charset="-122"/>
              </a:rPr>
              <a:t>1 5 6</a:t>
            </a:r>
            <a:r>
              <a:rPr lang="en-US" altLang="ru-RU" sz="4800" baseline="-25000">
                <a:solidFill>
                  <a:srgbClr val="000000"/>
                </a:solidFill>
                <a:latin typeface="Arial" panose="020B0604020202020204" pitchFamily="34" charset="0"/>
                <a:ea typeface="Microsoft YaHei" panose="020B0503020204020204" pitchFamily="34" charset="-122"/>
              </a:rPr>
              <a:t>8 </a:t>
            </a:r>
          </a:p>
          <a:p>
            <a:pPr algn="r" eaLnBrk="1" hangingPunct="1">
              <a:spcBef>
                <a:spcPct val="0"/>
              </a:spcBef>
              <a:buFontTx/>
              <a:buNone/>
            </a:pPr>
            <a:r>
              <a:rPr lang="en-US" altLang="ru-RU" sz="4800">
                <a:solidFill>
                  <a:srgbClr val="000000"/>
                </a:solidFill>
                <a:latin typeface="Arial" panose="020B0604020202020204" pitchFamily="34" charset="0"/>
                <a:ea typeface="Microsoft YaHei" panose="020B0503020204020204" pitchFamily="34" charset="-122"/>
              </a:rPr>
              <a:t>+   6 6 2</a:t>
            </a:r>
            <a:r>
              <a:rPr lang="en-US" altLang="ru-RU" sz="4800" baseline="-25000">
                <a:solidFill>
                  <a:srgbClr val="000000"/>
                </a:solidFill>
                <a:latin typeface="Arial" panose="020B0604020202020204" pitchFamily="34" charset="0"/>
                <a:ea typeface="Microsoft YaHei" panose="020B0503020204020204" pitchFamily="34" charset="-122"/>
              </a:rPr>
              <a:t>8 </a:t>
            </a:r>
          </a:p>
        </p:txBody>
      </p:sp>
      <p:sp>
        <p:nvSpPr>
          <p:cNvPr id="5" name="Rectangle 6"/>
          <p:cNvSpPr>
            <a:spLocks noChangeArrowheads="1"/>
          </p:cNvSpPr>
          <p:nvPr/>
        </p:nvSpPr>
        <p:spPr bwMode="auto">
          <a:xfrm>
            <a:off x="3090396" y="2322979"/>
            <a:ext cx="3921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C0504D"/>
                </a:solidFill>
                <a:latin typeface="Symbol" panose="05050102010706020507" pitchFamily="18" charset="2"/>
                <a:ea typeface="Microsoft YaHei" panose="020B0503020204020204" pitchFamily="34" charset="-122"/>
              </a:rPr>
              <a:t></a:t>
            </a:r>
          </a:p>
        </p:txBody>
      </p:sp>
      <p:sp>
        <p:nvSpPr>
          <p:cNvPr id="6" name="Rectangle 7"/>
          <p:cNvSpPr>
            <a:spLocks noChangeArrowheads="1"/>
          </p:cNvSpPr>
          <p:nvPr/>
        </p:nvSpPr>
        <p:spPr bwMode="auto">
          <a:xfrm>
            <a:off x="2479209" y="4447054"/>
            <a:ext cx="5191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en-US" altLang="ru-RU" sz="4800">
                <a:solidFill>
                  <a:srgbClr val="000000"/>
                </a:solidFill>
                <a:latin typeface="Arial" panose="020B0604020202020204" pitchFamily="34" charset="0"/>
                <a:ea typeface="Microsoft YaHei" panose="020B0503020204020204" pitchFamily="34" charset="-122"/>
              </a:rPr>
              <a:t>1</a:t>
            </a:r>
          </a:p>
        </p:txBody>
      </p:sp>
      <p:sp>
        <p:nvSpPr>
          <p:cNvPr id="7" name="Line 8"/>
          <p:cNvSpPr>
            <a:spLocks noChangeShapeType="1"/>
          </p:cNvSpPr>
          <p:nvPr/>
        </p:nvSpPr>
        <p:spPr bwMode="auto">
          <a:xfrm>
            <a:off x="2406184" y="4483567"/>
            <a:ext cx="2338387" cy="1587"/>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8" name="Rectangle 9"/>
          <p:cNvSpPr>
            <a:spLocks noChangeArrowheads="1"/>
          </p:cNvSpPr>
          <p:nvPr/>
        </p:nvSpPr>
        <p:spPr bwMode="auto">
          <a:xfrm>
            <a:off x="5214471" y="2899242"/>
            <a:ext cx="4859338"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ts val="900"/>
              </a:spcBef>
              <a:buFontTx/>
              <a:buNone/>
            </a:pPr>
            <a:r>
              <a:rPr lang="en-US" altLang="ru-RU" sz="3600">
                <a:solidFill>
                  <a:srgbClr val="000000"/>
                </a:solidFill>
                <a:latin typeface="Arial" panose="020B0604020202020204" pitchFamily="34" charset="0"/>
                <a:ea typeface="Microsoft YaHei" panose="020B0503020204020204" pitchFamily="34" charset="-122"/>
              </a:rPr>
              <a:t>6 + 2 = 8 = </a:t>
            </a:r>
            <a:r>
              <a:rPr lang="en-US" altLang="ru-RU" sz="3600" b="1">
                <a:solidFill>
                  <a:srgbClr val="C0504D"/>
                </a:solidFill>
                <a:latin typeface="Arial" panose="020B0604020202020204" pitchFamily="34" charset="0"/>
                <a:ea typeface="Microsoft YaHei" panose="020B0503020204020204" pitchFamily="34" charset="-122"/>
              </a:rPr>
              <a:t>8 </a:t>
            </a:r>
            <a:r>
              <a:rPr lang="en-US" altLang="ru-RU" sz="3600">
                <a:solidFill>
                  <a:srgbClr val="000000"/>
                </a:solidFill>
                <a:latin typeface="Arial" panose="020B0604020202020204" pitchFamily="34" charset="0"/>
                <a:ea typeface="Microsoft YaHei" panose="020B0503020204020204" pitchFamily="34" charset="-122"/>
              </a:rPr>
              <a:t>+ 0</a:t>
            </a:r>
          </a:p>
          <a:p>
            <a:pPr eaLnBrk="1" hangingPunct="1">
              <a:spcBef>
                <a:spcPts val="900"/>
              </a:spcBef>
              <a:buFontTx/>
              <a:buNone/>
            </a:pPr>
            <a:r>
              <a:rPr lang="ru-RU" altLang="ru-RU" sz="3600">
                <a:solidFill>
                  <a:srgbClr val="000000"/>
                </a:solidFill>
                <a:latin typeface="Arial" panose="020B0604020202020204" pitchFamily="34" charset="0"/>
                <a:ea typeface="Microsoft YaHei" panose="020B0503020204020204" pitchFamily="34" charset="-122"/>
              </a:rPr>
              <a:t>5</a:t>
            </a:r>
            <a:r>
              <a:rPr lang="en-US" altLang="ru-RU" sz="3600">
                <a:solidFill>
                  <a:srgbClr val="000000"/>
                </a:solidFill>
                <a:latin typeface="Arial" panose="020B0604020202020204" pitchFamily="34" charset="0"/>
                <a:ea typeface="Microsoft YaHei" panose="020B0503020204020204" pitchFamily="34" charset="-122"/>
              </a:rPr>
              <a:t> </a:t>
            </a:r>
            <a:r>
              <a:rPr lang="ru-RU" altLang="ru-RU" sz="3600">
                <a:solidFill>
                  <a:srgbClr val="000000"/>
                </a:solidFill>
                <a:latin typeface="Arial" panose="020B0604020202020204" pitchFamily="34" charset="0"/>
                <a:ea typeface="Microsoft YaHei" panose="020B0503020204020204" pitchFamily="34" charset="-122"/>
              </a:rPr>
              <a:t>+</a:t>
            </a:r>
            <a:r>
              <a:rPr lang="en-US" altLang="ru-RU" sz="3600">
                <a:solidFill>
                  <a:srgbClr val="000000"/>
                </a:solidFill>
                <a:latin typeface="Arial" panose="020B0604020202020204" pitchFamily="34" charset="0"/>
                <a:ea typeface="Microsoft YaHei" panose="020B0503020204020204" pitchFamily="34" charset="-122"/>
              </a:rPr>
              <a:t> 6 </a:t>
            </a:r>
            <a:r>
              <a:rPr lang="ru-RU" altLang="ru-RU" sz="3600">
                <a:solidFill>
                  <a:srgbClr val="000000"/>
                </a:solidFill>
                <a:latin typeface="Arial" panose="020B0604020202020204" pitchFamily="34" charset="0"/>
                <a:ea typeface="Microsoft YaHei" panose="020B0503020204020204" pitchFamily="34" charset="-122"/>
              </a:rPr>
              <a:t>+</a:t>
            </a:r>
            <a:r>
              <a:rPr lang="en-US" altLang="ru-RU" sz="3600">
                <a:solidFill>
                  <a:srgbClr val="000000"/>
                </a:solidFill>
                <a:latin typeface="Arial" panose="020B0604020202020204" pitchFamily="34" charset="0"/>
                <a:ea typeface="Microsoft YaHei" panose="020B0503020204020204" pitchFamily="34" charset="-122"/>
              </a:rPr>
              <a:t> </a:t>
            </a:r>
            <a:r>
              <a:rPr lang="ru-RU" altLang="ru-RU" sz="3600" b="1">
                <a:solidFill>
                  <a:srgbClr val="C0504D"/>
                </a:solidFill>
                <a:latin typeface="Arial" panose="020B0604020202020204" pitchFamily="34" charset="0"/>
                <a:ea typeface="Microsoft YaHei" panose="020B0503020204020204" pitchFamily="34" charset="-122"/>
              </a:rPr>
              <a:t>1</a:t>
            </a:r>
            <a:r>
              <a:rPr lang="en-US" altLang="ru-RU" sz="3600" b="1">
                <a:solidFill>
                  <a:srgbClr val="C0504D"/>
                </a:solidFill>
                <a:latin typeface="Arial" panose="020B0604020202020204" pitchFamily="34" charset="0"/>
                <a:ea typeface="Microsoft YaHei" panose="020B0503020204020204" pitchFamily="34" charset="-122"/>
              </a:rPr>
              <a:t> </a:t>
            </a:r>
            <a:r>
              <a:rPr lang="ru-RU" altLang="ru-RU" sz="3600">
                <a:solidFill>
                  <a:srgbClr val="000000"/>
                </a:solidFill>
                <a:latin typeface="Arial" panose="020B0604020202020204" pitchFamily="34" charset="0"/>
                <a:ea typeface="Microsoft YaHei" panose="020B0503020204020204" pitchFamily="34" charset="-122"/>
              </a:rPr>
              <a:t>=</a:t>
            </a:r>
            <a:r>
              <a:rPr lang="en-US" altLang="ru-RU" sz="3600">
                <a:solidFill>
                  <a:srgbClr val="000000"/>
                </a:solidFill>
                <a:latin typeface="Arial" panose="020B0604020202020204" pitchFamily="34" charset="0"/>
                <a:ea typeface="Microsoft YaHei" panose="020B0503020204020204" pitchFamily="34" charset="-122"/>
              </a:rPr>
              <a:t> </a:t>
            </a:r>
            <a:r>
              <a:rPr lang="ru-RU" altLang="ru-RU" sz="3600">
                <a:solidFill>
                  <a:srgbClr val="000000"/>
                </a:solidFill>
                <a:latin typeface="Arial" panose="020B0604020202020204" pitchFamily="34" charset="0"/>
                <a:ea typeface="Microsoft YaHei" panose="020B0503020204020204" pitchFamily="34" charset="-122"/>
              </a:rPr>
              <a:t>1</a:t>
            </a:r>
            <a:r>
              <a:rPr lang="en-US" altLang="ru-RU" sz="3600">
                <a:solidFill>
                  <a:srgbClr val="000000"/>
                </a:solidFill>
                <a:latin typeface="Arial" panose="020B0604020202020204" pitchFamily="34" charset="0"/>
                <a:ea typeface="Microsoft YaHei" panose="020B0503020204020204" pitchFamily="34" charset="-122"/>
              </a:rPr>
              <a:t>2 </a:t>
            </a:r>
            <a:r>
              <a:rPr lang="ru-RU" altLang="ru-RU" sz="3600">
                <a:solidFill>
                  <a:srgbClr val="000000"/>
                </a:solidFill>
                <a:latin typeface="Arial" panose="020B0604020202020204" pitchFamily="34" charset="0"/>
                <a:ea typeface="Microsoft YaHei" panose="020B0503020204020204" pitchFamily="34" charset="-122"/>
              </a:rPr>
              <a:t>=</a:t>
            </a:r>
            <a:r>
              <a:rPr lang="en-US" altLang="ru-RU" sz="3600">
                <a:solidFill>
                  <a:srgbClr val="000000"/>
                </a:solidFill>
                <a:latin typeface="Arial" panose="020B0604020202020204" pitchFamily="34" charset="0"/>
                <a:ea typeface="Microsoft YaHei" panose="020B0503020204020204" pitchFamily="34" charset="-122"/>
              </a:rPr>
              <a:t> </a:t>
            </a:r>
            <a:r>
              <a:rPr lang="en-US" altLang="ru-RU" sz="3600" b="1">
                <a:solidFill>
                  <a:srgbClr val="C0504D"/>
                </a:solidFill>
                <a:latin typeface="Arial" panose="020B0604020202020204" pitchFamily="34" charset="0"/>
                <a:ea typeface="Microsoft YaHei" panose="020B0503020204020204" pitchFamily="34" charset="-122"/>
              </a:rPr>
              <a:t>8 </a:t>
            </a:r>
            <a:r>
              <a:rPr lang="en-US" altLang="ru-RU" sz="3600">
                <a:solidFill>
                  <a:srgbClr val="000000"/>
                </a:solidFill>
                <a:latin typeface="Arial" panose="020B0604020202020204" pitchFamily="34" charset="0"/>
                <a:ea typeface="Microsoft YaHei" panose="020B0503020204020204" pitchFamily="34" charset="-122"/>
              </a:rPr>
              <a:t>+ 4</a:t>
            </a:r>
          </a:p>
          <a:p>
            <a:pPr eaLnBrk="1" hangingPunct="1">
              <a:spcBef>
                <a:spcPts val="900"/>
              </a:spcBef>
              <a:buFontTx/>
              <a:buNone/>
            </a:pPr>
            <a:r>
              <a:rPr lang="en-US" altLang="ru-RU" sz="3600">
                <a:solidFill>
                  <a:srgbClr val="000000"/>
                </a:solidFill>
                <a:latin typeface="Arial" panose="020B0604020202020204" pitchFamily="34" charset="0"/>
                <a:ea typeface="Microsoft YaHei" panose="020B0503020204020204" pitchFamily="34" charset="-122"/>
              </a:rPr>
              <a:t>1 + 6 + </a:t>
            </a:r>
            <a:r>
              <a:rPr lang="en-US" altLang="ru-RU" sz="3600" b="1">
                <a:solidFill>
                  <a:srgbClr val="C0504D"/>
                </a:solidFill>
                <a:latin typeface="Arial" panose="020B0604020202020204" pitchFamily="34" charset="0"/>
                <a:ea typeface="Microsoft YaHei" panose="020B0503020204020204" pitchFamily="34" charset="-122"/>
              </a:rPr>
              <a:t>1 </a:t>
            </a:r>
            <a:r>
              <a:rPr lang="en-US" altLang="ru-RU" sz="3600">
                <a:solidFill>
                  <a:srgbClr val="000000"/>
                </a:solidFill>
                <a:latin typeface="Arial" panose="020B0604020202020204" pitchFamily="34" charset="0"/>
                <a:ea typeface="Microsoft YaHei" panose="020B0503020204020204" pitchFamily="34" charset="-122"/>
              </a:rPr>
              <a:t>= </a:t>
            </a:r>
            <a:r>
              <a:rPr lang="en-US" altLang="ru-RU" sz="3600" b="1">
                <a:solidFill>
                  <a:srgbClr val="C0504D"/>
                </a:solidFill>
                <a:latin typeface="Arial" panose="020B0604020202020204" pitchFamily="34" charset="0"/>
                <a:ea typeface="Microsoft YaHei" panose="020B0503020204020204" pitchFamily="34" charset="-122"/>
              </a:rPr>
              <a:t>8 </a:t>
            </a:r>
            <a:r>
              <a:rPr lang="en-US" altLang="ru-RU" sz="3600">
                <a:solidFill>
                  <a:srgbClr val="000000"/>
                </a:solidFill>
                <a:latin typeface="Arial" panose="020B0604020202020204" pitchFamily="34" charset="0"/>
                <a:ea typeface="Microsoft YaHei" panose="020B0503020204020204" pitchFamily="34" charset="-122"/>
              </a:rPr>
              <a:t>= </a:t>
            </a:r>
            <a:r>
              <a:rPr lang="en-US" altLang="ru-RU" sz="3600" b="1">
                <a:solidFill>
                  <a:srgbClr val="C0504D"/>
                </a:solidFill>
                <a:latin typeface="Arial" panose="020B0604020202020204" pitchFamily="34" charset="0"/>
                <a:ea typeface="Microsoft YaHei" panose="020B0503020204020204" pitchFamily="34" charset="-122"/>
              </a:rPr>
              <a:t>8 </a:t>
            </a:r>
            <a:r>
              <a:rPr lang="en-US" altLang="ru-RU" sz="3600">
                <a:solidFill>
                  <a:srgbClr val="000000"/>
                </a:solidFill>
                <a:latin typeface="Arial" panose="020B0604020202020204" pitchFamily="34" charset="0"/>
                <a:ea typeface="Microsoft YaHei" panose="020B0503020204020204" pitchFamily="34" charset="-122"/>
              </a:rPr>
              <a:t>+ 0</a:t>
            </a:r>
          </a:p>
          <a:p>
            <a:pPr eaLnBrk="1" hangingPunct="1">
              <a:spcBef>
                <a:spcPts val="900"/>
              </a:spcBef>
              <a:buFontTx/>
              <a:buNone/>
            </a:pPr>
            <a:endParaRPr lang="ru-RU" altLang="ru-RU" sz="3600">
              <a:solidFill>
                <a:srgbClr val="000000"/>
              </a:solidFill>
              <a:latin typeface="Arial" panose="020B0604020202020204" pitchFamily="34" charset="0"/>
              <a:ea typeface="Microsoft YaHei" panose="020B0503020204020204" pitchFamily="34" charset="-122"/>
            </a:endParaRPr>
          </a:p>
        </p:txBody>
      </p:sp>
      <p:sp>
        <p:nvSpPr>
          <p:cNvPr id="9" name="Rectangle 10"/>
          <p:cNvSpPr>
            <a:spLocks noChangeArrowheads="1"/>
          </p:cNvSpPr>
          <p:nvPr/>
        </p:nvSpPr>
        <p:spPr bwMode="auto">
          <a:xfrm>
            <a:off x="2623671" y="2322979"/>
            <a:ext cx="3921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C0504D"/>
                </a:solidFill>
                <a:latin typeface="Symbol" panose="05050102010706020507" pitchFamily="18" charset="2"/>
                <a:ea typeface="Microsoft YaHei" panose="020B0503020204020204" pitchFamily="34" charset="-122"/>
              </a:rPr>
              <a:t></a:t>
            </a:r>
          </a:p>
        </p:txBody>
      </p:sp>
      <p:sp>
        <p:nvSpPr>
          <p:cNvPr id="10" name="AutoShape 12"/>
          <p:cNvSpPr>
            <a:spLocks noChangeArrowheads="1"/>
          </p:cNvSpPr>
          <p:nvPr/>
        </p:nvSpPr>
        <p:spPr bwMode="auto">
          <a:xfrm>
            <a:off x="7590239" y="2215029"/>
            <a:ext cx="2123207" cy="431800"/>
          </a:xfrm>
          <a:prstGeom prst="wedgeRoundRectCallout">
            <a:avLst>
              <a:gd name="adj1" fmla="val -58463"/>
              <a:gd name="adj2" fmla="val 126102"/>
              <a:gd name="adj3" fmla="val 16667"/>
            </a:avLst>
          </a:prstGeom>
          <a:solidFill>
            <a:srgbClr val="FFFF99"/>
          </a:solidFill>
          <a:ln>
            <a:noFill/>
          </a:ln>
          <a:effectLst>
            <a:outerShdw dist="17819" dir="2700000" algn="ctr" rotWithShape="0">
              <a:srgbClr val="1F497D"/>
            </a:outerShdw>
          </a:effectLst>
          <a:extLs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ctr" eaLnBrk="1" hangingPunct="1">
              <a:spcBef>
                <a:spcPct val="0"/>
              </a:spcBef>
              <a:buFontTx/>
              <a:buNone/>
            </a:pPr>
            <a:r>
              <a:rPr lang="en-US" altLang="ru-RU" sz="1800" b="1" dirty="0">
                <a:solidFill>
                  <a:srgbClr val="000000"/>
                </a:solidFill>
                <a:latin typeface="Arial" panose="020B0604020202020204" pitchFamily="34" charset="0"/>
                <a:ea typeface="Microsoft YaHei" panose="020B0503020204020204" pitchFamily="34" charset="-122"/>
              </a:rPr>
              <a:t>1 </a:t>
            </a:r>
            <a:r>
              <a:rPr lang="en-US" altLang="ru-RU" sz="1800" b="1" dirty="0" smtClean="0">
                <a:solidFill>
                  <a:srgbClr val="000000"/>
                </a:solidFill>
                <a:latin typeface="Arial" panose="020B0604020202020204" pitchFamily="34" charset="0"/>
                <a:ea typeface="Microsoft YaHei" panose="020B0503020204020204" pitchFamily="34" charset="-122"/>
              </a:rPr>
              <a:t>is </a:t>
            </a:r>
            <a:r>
              <a:rPr lang="en-US" altLang="ru-RU" sz="1800" b="1" dirty="0" err="1" smtClean="0">
                <a:solidFill>
                  <a:srgbClr val="000000"/>
                </a:solidFill>
                <a:latin typeface="Arial" panose="020B0604020202020204" pitchFamily="34" charset="0"/>
                <a:ea typeface="Microsoft YaHei" panose="020B0503020204020204" pitchFamily="34" charset="-122"/>
              </a:rPr>
              <a:t>transfered</a:t>
            </a:r>
            <a:endParaRPr lang="ru-RU" altLang="ru-RU" sz="1800" b="1" dirty="0">
              <a:solidFill>
                <a:srgbClr val="000000"/>
              </a:solidFill>
              <a:latin typeface="Arial" panose="020B0604020202020204" pitchFamily="34" charset="0"/>
              <a:ea typeface="Microsoft YaHei" panose="020B0503020204020204" pitchFamily="34" charset="-122"/>
            </a:endParaRPr>
          </a:p>
        </p:txBody>
      </p:sp>
      <p:sp>
        <p:nvSpPr>
          <p:cNvPr id="11" name="Rectangle 13"/>
          <p:cNvSpPr>
            <a:spLocks noChangeArrowheads="1"/>
          </p:cNvSpPr>
          <p:nvPr/>
        </p:nvSpPr>
        <p:spPr bwMode="auto">
          <a:xfrm>
            <a:off x="3558709" y="2322979"/>
            <a:ext cx="392112"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C0504D"/>
                </a:solidFill>
                <a:latin typeface="Symbol" panose="05050102010706020507" pitchFamily="18" charset="2"/>
                <a:ea typeface="Microsoft YaHei" panose="020B0503020204020204" pitchFamily="34" charset="-122"/>
              </a:rPr>
              <a:t></a:t>
            </a:r>
          </a:p>
        </p:txBody>
      </p:sp>
      <p:sp>
        <p:nvSpPr>
          <p:cNvPr id="12" name="Rectangle 14"/>
          <p:cNvSpPr>
            <a:spLocks noChangeArrowheads="1"/>
          </p:cNvSpPr>
          <p:nvPr/>
        </p:nvSpPr>
        <p:spPr bwMode="auto">
          <a:xfrm>
            <a:off x="4079409" y="4447054"/>
            <a:ext cx="715962"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en-US" altLang="ru-RU" sz="4800">
                <a:solidFill>
                  <a:srgbClr val="000000"/>
                </a:solidFill>
                <a:latin typeface="Arial" panose="020B0604020202020204" pitchFamily="34" charset="0"/>
                <a:ea typeface="Microsoft YaHei" panose="020B0503020204020204" pitchFamily="34" charset="-122"/>
              </a:rPr>
              <a:t>0</a:t>
            </a:r>
            <a:r>
              <a:rPr lang="en-US" altLang="ru-RU" sz="4800" baseline="-25000">
                <a:solidFill>
                  <a:srgbClr val="000000"/>
                </a:solidFill>
                <a:latin typeface="Arial" panose="020B0604020202020204" pitchFamily="34" charset="0"/>
                <a:ea typeface="Microsoft YaHei" panose="020B0503020204020204" pitchFamily="34" charset="-122"/>
              </a:rPr>
              <a:t>8</a:t>
            </a:r>
          </a:p>
        </p:txBody>
      </p:sp>
      <p:sp>
        <p:nvSpPr>
          <p:cNvPr id="13" name="Rectangle 15"/>
          <p:cNvSpPr>
            <a:spLocks noChangeArrowheads="1"/>
          </p:cNvSpPr>
          <p:nvPr/>
        </p:nvSpPr>
        <p:spPr bwMode="auto">
          <a:xfrm>
            <a:off x="3018959" y="4447054"/>
            <a:ext cx="5191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en-US" altLang="ru-RU" sz="4800">
                <a:solidFill>
                  <a:srgbClr val="000000"/>
                </a:solidFill>
                <a:latin typeface="Arial" panose="020B0604020202020204" pitchFamily="34" charset="0"/>
                <a:ea typeface="Microsoft YaHei" panose="020B0503020204020204" pitchFamily="34" charset="-122"/>
              </a:rPr>
              <a:t>0</a:t>
            </a:r>
          </a:p>
        </p:txBody>
      </p:sp>
      <p:sp>
        <p:nvSpPr>
          <p:cNvPr id="14" name="Rectangle 16"/>
          <p:cNvSpPr>
            <a:spLocks noChangeArrowheads="1"/>
          </p:cNvSpPr>
          <p:nvPr/>
        </p:nvSpPr>
        <p:spPr bwMode="auto">
          <a:xfrm>
            <a:off x="3525371" y="4447054"/>
            <a:ext cx="5191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en-US" altLang="ru-RU" sz="4800">
                <a:solidFill>
                  <a:srgbClr val="000000"/>
                </a:solidFill>
                <a:latin typeface="Arial" panose="020B0604020202020204" pitchFamily="34" charset="0"/>
                <a:ea typeface="Microsoft YaHei" panose="020B0503020204020204" pitchFamily="34" charset="-122"/>
              </a:rPr>
              <a:t>4</a:t>
            </a:r>
          </a:p>
        </p:txBody>
      </p:sp>
      <p:sp>
        <p:nvSpPr>
          <p:cNvPr id="15" name="AutoShape 12"/>
          <p:cNvSpPr>
            <a:spLocks noChangeArrowheads="1"/>
          </p:cNvSpPr>
          <p:nvPr/>
        </p:nvSpPr>
        <p:spPr bwMode="auto">
          <a:xfrm>
            <a:off x="9012205" y="2819026"/>
            <a:ext cx="2123207" cy="431800"/>
          </a:xfrm>
          <a:prstGeom prst="wedgeRoundRectCallout">
            <a:avLst>
              <a:gd name="adj1" fmla="val -58463"/>
              <a:gd name="adj2" fmla="val 126102"/>
              <a:gd name="adj3" fmla="val 16667"/>
            </a:avLst>
          </a:prstGeom>
          <a:solidFill>
            <a:srgbClr val="FFFF99"/>
          </a:solidFill>
          <a:ln>
            <a:noFill/>
          </a:ln>
          <a:effectLst>
            <a:outerShdw dist="17819" dir="2700000" algn="ctr" rotWithShape="0">
              <a:srgbClr val="1F497D"/>
            </a:outerShdw>
          </a:effectLst>
          <a:extLs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ctr" eaLnBrk="1" hangingPunct="1">
              <a:spcBef>
                <a:spcPct val="0"/>
              </a:spcBef>
              <a:buFontTx/>
              <a:buNone/>
            </a:pPr>
            <a:r>
              <a:rPr lang="en-US" altLang="ru-RU" sz="1800" b="1" dirty="0">
                <a:solidFill>
                  <a:srgbClr val="000000"/>
                </a:solidFill>
                <a:latin typeface="Arial" panose="020B0604020202020204" pitchFamily="34" charset="0"/>
                <a:ea typeface="Microsoft YaHei" panose="020B0503020204020204" pitchFamily="34" charset="-122"/>
              </a:rPr>
              <a:t>1 </a:t>
            </a:r>
            <a:r>
              <a:rPr lang="en-US" altLang="ru-RU" sz="1800" b="1" dirty="0" smtClean="0">
                <a:solidFill>
                  <a:srgbClr val="000000"/>
                </a:solidFill>
                <a:latin typeface="Arial" panose="020B0604020202020204" pitchFamily="34" charset="0"/>
                <a:ea typeface="Microsoft YaHei" panose="020B0503020204020204" pitchFamily="34" charset="-122"/>
              </a:rPr>
              <a:t>is </a:t>
            </a:r>
            <a:r>
              <a:rPr lang="en-US" altLang="ru-RU" sz="1800" b="1" dirty="0" err="1" smtClean="0">
                <a:solidFill>
                  <a:srgbClr val="000000"/>
                </a:solidFill>
                <a:latin typeface="Arial" panose="020B0604020202020204" pitchFamily="34" charset="0"/>
                <a:ea typeface="Microsoft YaHei" panose="020B0503020204020204" pitchFamily="34" charset="-122"/>
              </a:rPr>
              <a:t>transfered</a:t>
            </a:r>
            <a:endParaRPr lang="ru-RU" altLang="ru-RU" sz="1800" b="1" dirty="0">
              <a:solidFill>
                <a:srgbClr val="000000"/>
              </a:solidFill>
              <a:latin typeface="Arial" panose="020B0604020202020204" pitchFamily="34" charset="0"/>
              <a:ea typeface="Microsoft YaHei" panose="020B0503020204020204" pitchFamily="34" charset="-122"/>
            </a:endParaRPr>
          </a:p>
        </p:txBody>
      </p:sp>
      <p:sp>
        <p:nvSpPr>
          <p:cNvPr id="16" name="AutoShape 12"/>
          <p:cNvSpPr>
            <a:spLocks noChangeArrowheads="1"/>
          </p:cNvSpPr>
          <p:nvPr/>
        </p:nvSpPr>
        <p:spPr bwMode="auto">
          <a:xfrm>
            <a:off x="8651842" y="5222502"/>
            <a:ext cx="2123207" cy="431800"/>
          </a:xfrm>
          <a:prstGeom prst="wedgeRoundRectCallout">
            <a:avLst>
              <a:gd name="adj1" fmla="val -46641"/>
              <a:gd name="adj2" fmla="val -131338"/>
              <a:gd name="adj3" fmla="val 16667"/>
            </a:avLst>
          </a:prstGeom>
          <a:solidFill>
            <a:srgbClr val="FFFF99"/>
          </a:solidFill>
          <a:ln>
            <a:noFill/>
          </a:ln>
          <a:effectLst>
            <a:outerShdw dist="17819" dir="2700000" algn="ctr" rotWithShape="0">
              <a:srgbClr val="1F497D"/>
            </a:outerShdw>
          </a:effectLst>
          <a:extLs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ctr" eaLnBrk="1" hangingPunct="1">
              <a:spcBef>
                <a:spcPct val="0"/>
              </a:spcBef>
              <a:buFontTx/>
              <a:buNone/>
            </a:pPr>
            <a:r>
              <a:rPr lang="en-US" altLang="ru-RU" sz="1800" b="1" dirty="0">
                <a:solidFill>
                  <a:srgbClr val="000000"/>
                </a:solidFill>
                <a:latin typeface="Arial" panose="020B0604020202020204" pitchFamily="34" charset="0"/>
                <a:ea typeface="Microsoft YaHei" panose="020B0503020204020204" pitchFamily="34" charset="-122"/>
              </a:rPr>
              <a:t>1 </a:t>
            </a:r>
            <a:r>
              <a:rPr lang="en-US" altLang="ru-RU" sz="1800" b="1" dirty="0" smtClean="0">
                <a:solidFill>
                  <a:srgbClr val="000000"/>
                </a:solidFill>
                <a:latin typeface="Arial" panose="020B0604020202020204" pitchFamily="34" charset="0"/>
                <a:ea typeface="Microsoft YaHei" panose="020B0503020204020204" pitchFamily="34" charset="-122"/>
              </a:rPr>
              <a:t>is </a:t>
            </a:r>
            <a:r>
              <a:rPr lang="en-US" altLang="ru-RU" sz="1800" b="1" dirty="0" err="1" smtClean="0">
                <a:solidFill>
                  <a:srgbClr val="000000"/>
                </a:solidFill>
                <a:latin typeface="Arial" panose="020B0604020202020204" pitchFamily="34" charset="0"/>
                <a:ea typeface="Microsoft YaHei" panose="020B0503020204020204" pitchFamily="34" charset="-122"/>
              </a:rPr>
              <a:t>transfered</a:t>
            </a:r>
            <a:endParaRPr lang="ru-RU" altLang="ru-RU" sz="1800" b="1" dirty="0">
              <a:solidFill>
                <a:srgbClr val="000000"/>
              </a:solidFill>
              <a:latin typeface="Arial" panose="020B0604020202020204" pitchFamily="34" charset="0"/>
              <a:ea typeface="Microsoft YaHei" panose="020B0503020204020204" pitchFamily="34" charset="-122"/>
            </a:endParaRPr>
          </a:p>
        </p:txBody>
      </p:sp>
      <p:sp>
        <p:nvSpPr>
          <p:cNvPr id="17" name="Text 0"/>
          <p:cNvSpPr/>
          <p:nvPr/>
        </p:nvSpPr>
        <p:spPr>
          <a:xfrm>
            <a:off x="3950821" y="430729"/>
            <a:ext cx="5044077" cy="532308"/>
          </a:xfrm>
          <a:prstGeom prst="rect">
            <a:avLst/>
          </a:prstGeom>
          <a:noFill/>
          <a:ln/>
        </p:spPr>
        <p:txBody>
          <a:bodyPr wrap="none" lIns="0" tIns="0" rIns="0" bIns="0" rtlCol="0" anchor="t"/>
          <a:lstStyle/>
          <a:p>
            <a:pPr>
              <a:lnSpc>
                <a:spcPts val="4167"/>
              </a:lnSpc>
            </a:pPr>
            <a:r>
              <a:rPr lang="en-US" sz="3333" b="1" dirty="0">
                <a:solidFill>
                  <a:srgbClr val="000000"/>
                </a:solidFill>
                <a:latin typeface="Petrona Bold" pitchFamily="34" charset="0"/>
                <a:ea typeface="Petrona Bold" pitchFamily="34" charset="-122"/>
                <a:cs typeface="Petrona Bold" pitchFamily="34" charset="-120"/>
              </a:rPr>
              <a:t>Arithmetic </a:t>
            </a:r>
            <a:r>
              <a:rPr lang="en-US" sz="3333" b="1" dirty="0" smtClean="0">
                <a:solidFill>
                  <a:srgbClr val="000000"/>
                </a:solidFill>
                <a:latin typeface="Petrona Bold" pitchFamily="34" charset="0"/>
                <a:ea typeface="Petrona Bold" pitchFamily="34" charset="-122"/>
                <a:cs typeface="Petrona Bold" pitchFamily="34" charset="-120"/>
              </a:rPr>
              <a:t>Operations</a:t>
            </a:r>
            <a:endParaRPr lang="en-US" sz="3333" dirty="0"/>
          </a:p>
        </p:txBody>
      </p:sp>
    </p:spTree>
    <p:extLst>
      <p:ext uri="{BB962C8B-B14F-4D97-AF65-F5344CB8AC3E}">
        <p14:creationId xmlns:p14="http://schemas.microsoft.com/office/powerpoint/2010/main" val="17392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additive="repl">
                                        <p:cTn id="6" dur="1" fill="hold">
                                          <p:stCondLst>
                                            <p:cond delay="0"/>
                                          </p:stCondLst>
                                        </p:cTn>
                                        <p:tgtEl>
                                          <p:spTgt spid="8">
                                            <p:txEl>
                                              <p:pRg st="0" end="0"/>
                                            </p:txEl>
                                          </p:spTgt>
                                        </p:tgtEl>
                                        <p:attrNameLst>
                                          <p:attrName>style.visibility</p:attrName>
                                        </p:attrNameLst>
                                      </p:cBhvr>
                                      <p:to>
                                        <p:strVal val="visible"/>
                                      </p:to>
                                    </p:set>
                                    <p:animEffect transition="in" filter="dissolve">
                                      <p:cBhvr additive="repl">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fill="hold" nodeType="clickEffect">
                                  <p:stCondLst>
                                    <p:cond delay="0"/>
                                  </p:stCondLst>
                                  <p:childTnLst>
                                    <p:set>
                                      <p:cBhvr additive="repl">
                                        <p:cTn id="11" dur="1" fill="hold">
                                          <p:stCondLst>
                                            <p:cond delay="0"/>
                                          </p:stCondLst>
                                        </p:cTn>
                                        <p:tgtEl>
                                          <p:spTgt spid="10"/>
                                        </p:tgtEl>
                                        <p:attrNameLst>
                                          <p:attrName>style.visibility</p:attrName>
                                        </p:attrNameLst>
                                      </p:cBhvr>
                                      <p:to>
                                        <p:strVal val="visible"/>
                                      </p:to>
                                    </p:set>
                                    <p:animEffect transition="in" filter="dissolve">
                                      <p:cBhvr additive="repl">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fill="hold" nodeType="clickEffect">
                                  <p:stCondLst>
                                    <p:cond delay="0"/>
                                  </p:stCondLst>
                                  <p:childTnLst>
                                    <p:set>
                                      <p:cBhvr additive="repl">
                                        <p:cTn id="16" dur="1" fill="hold">
                                          <p:stCondLst>
                                            <p:cond delay="0"/>
                                          </p:stCondLst>
                                        </p:cTn>
                                        <p:tgtEl>
                                          <p:spTgt spid="11"/>
                                        </p:tgtEl>
                                        <p:attrNameLst>
                                          <p:attrName>style.visibility</p:attrName>
                                        </p:attrNameLst>
                                      </p:cBhvr>
                                      <p:to>
                                        <p:strVal val="visible"/>
                                      </p:to>
                                    </p:set>
                                    <p:animEffect transition="in" filter="dissolve">
                                      <p:cBhvr additive="repl">
                                        <p:cTn id="17" dur="500"/>
                                        <p:tgtEl>
                                          <p:spTgt spid="11"/>
                                        </p:tgtEl>
                                      </p:cBhvr>
                                    </p:animEffect>
                                  </p:childTnLst>
                                </p:cTn>
                              </p:par>
                              <p:par>
                                <p:cTn id="18" presetID="9" presetClass="entr" fill="hold" nodeType="withEffect">
                                  <p:stCondLst>
                                    <p:cond delay="0"/>
                                  </p:stCondLst>
                                  <p:childTnLst>
                                    <p:set>
                                      <p:cBhvr additive="repl">
                                        <p:cTn id="19" dur="1" fill="hold">
                                          <p:stCondLst>
                                            <p:cond delay="0"/>
                                          </p:stCondLst>
                                        </p:cTn>
                                        <p:tgtEl>
                                          <p:spTgt spid="12"/>
                                        </p:tgtEl>
                                        <p:attrNameLst>
                                          <p:attrName>style.visibility</p:attrName>
                                        </p:attrNameLst>
                                      </p:cBhvr>
                                      <p:to>
                                        <p:strVal val="visible"/>
                                      </p:to>
                                    </p:set>
                                    <p:animEffect transition="in" filter="dissolve">
                                      <p:cBhvr additive="repl">
                                        <p:cTn id="20" dur="500"/>
                                        <p:tgtEl>
                                          <p:spTgt spid="12"/>
                                        </p:tgtEl>
                                      </p:cBhvr>
                                    </p:animEffect>
                                  </p:childTnLst>
                                </p:cTn>
                              </p:par>
                              <p:par>
                                <p:cTn id="21" presetID="9" presetClass="exit" fill="hold" nodeType="withEffect">
                                  <p:stCondLst>
                                    <p:cond delay="0"/>
                                  </p:stCondLst>
                                  <p:childTnLst>
                                    <p:animEffect transition="out" filter="dissolve">
                                      <p:cBhvr additive="repl">
                                        <p:cTn id="22" dur="500"/>
                                        <p:tgtEl>
                                          <p:spTgt spid="10"/>
                                        </p:tgtEl>
                                      </p:cBhvr>
                                    </p:animEffect>
                                    <p:set>
                                      <p:cBhvr additive="repl">
                                        <p:cTn id="23" dur="1" fill="hold">
                                          <p:stCondLst>
                                            <p:cond delay="0"/>
                                          </p:stCondLst>
                                        </p:cTn>
                                        <p:tgtEl>
                                          <p:spTgt spid="10"/>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9" presetClass="entr" fill="hold" nodeType="clickEffect">
                                  <p:stCondLst>
                                    <p:cond delay="0"/>
                                  </p:stCondLst>
                                  <p:childTnLst>
                                    <p:set>
                                      <p:cBhvr additive="repl">
                                        <p:cTn id="27" dur="1" fill="hold">
                                          <p:stCondLst>
                                            <p:cond delay="0"/>
                                          </p:stCondLst>
                                        </p:cTn>
                                        <p:tgtEl>
                                          <p:spTgt spid="8">
                                            <p:txEl>
                                              <p:pRg st="1" end="1"/>
                                            </p:txEl>
                                          </p:spTgt>
                                        </p:tgtEl>
                                        <p:attrNameLst>
                                          <p:attrName>style.visibility</p:attrName>
                                        </p:attrNameLst>
                                      </p:cBhvr>
                                      <p:to>
                                        <p:strVal val="visible"/>
                                      </p:to>
                                    </p:set>
                                    <p:animEffect transition="in" filter="dissolve">
                                      <p:cBhvr additive="repl">
                                        <p:cTn id="28" dur="500"/>
                                        <p:tgtEl>
                                          <p:spTgt spid="8">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fill="hold" nodeType="clickEffect">
                                  <p:stCondLst>
                                    <p:cond delay="0"/>
                                  </p:stCondLst>
                                  <p:childTnLst>
                                    <p:set>
                                      <p:cBhvr additive="repl">
                                        <p:cTn id="32" dur="1" fill="hold">
                                          <p:stCondLst>
                                            <p:cond delay="0"/>
                                          </p:stCondLst>
                                        </p:cTn>
                                        <p:tgtEl>
                                          <p:spTgt spid="5"/>
                                        </p:tgtEl>
                                        <p:attrNameLst>
                                          <p:attrName>style.visibility</p:attrName>
                                        </p:attrNameLst>
                                      </p:cBhvr>
                                      <p:to>
                                        <p:strVal val="visible"/>
                                      </p:to>
                                    </p:set>
                                    <p:animEffect transition="in" filter="dissolve">
                                      <p:cBhvr additive="repl">
                                        <p:cTn id="33" dur="500"/>
                                        <p:tgtEl>
                                          <p:spTgt spid="5"/>
                                        </p:tgtEl>
                                      </p:cBhvr>
                                    </p:animEffect>
                                  </p:childTnLst>
                                </p:cTn>
                              </p:par>
                              <p:par>
                                <p:cTn id="34" presetID="9" presetClass="entr" fill="hold" nodeType="withEffect">
                                  <p:stCondLst>
                                    <p:cond delay="0"/>
                                  </p:stCondLst>
                                  <p:childTnLst>
                                    <p:set>
                                      <p:cBhvr additive="repl">
                                        <p:cTn id="35" dur="1" fill="hold">
                                          <p:stCondLst>
                                            <p:cond delay="0"/>
                                          </p:stCondLst>
                                        </p:cTn>
                                        <p:tgtEl>
                                          <p:spTgt spid="14"/>
                                        </p:tgtEl>
                                        <p:attrNameLst>
                                          <p:attrName>style.visibility</p:attrName>
                                        </p:attrNameLst>
                                      </p:cBhvr>
                                      <p:to>
                                        <p:strVal val="visible"/>
                                      </p:to>
                                    </p:set>
                                    <p:animEffect transition="in" filter="dissolve">
                                      <p:cBhvr additive="repl">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fill="hold" nodeType="clickEffect">
                                  <p:stCondLst>
                                    <p:cond delay="0"/>
                                  </p:stCondLst>
                                  <p:childTnLst>
                                    <p:set>
                                      <p:cBhvr additive="repl">
                                        <p:cTn id="40" dur="1" fill="hold">
                                          <p:stCondLst>
                                            <p:cond delay="0"/>
                                          </p:stCondLst>
                                        </p:cTn>
                                        <p:tgtEl>
                                          <p:spTgt spid="8">
                                            <p:txEl>
                                              <p:pRg st="2" end="2"/>
                                            </p:txEl>
                                          </p:spTgt>
                                        </p:tgtEl>
                                        <p:attrNameLst>
                                          <p:attrName>style.visibility</p:attrName>
                                        </p:attrNameLst>
                                      </p:cBhvr>
                                      <p:to>
                                        <p:strVal val="visible"/>
                                      </p:to>
                                    </p:set>
                                    <p:animEffect transition="in" filter="dissolve">
                                      <p:cBhvr additive="repl">
                                        <p:cTn id="41" dur="500"/>
                                        <p:tgtEl>
                                          <p:spTgt spid="8">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fill="hold" nodeType="clickEffect">
                                  <p:stCondLst>
                                    <p:cond delay="0"/>
                                  </p:stCondLst>
                                  <p:childTnLst>
                                    <p:set>
                                      <p:cBhvr additive="repl">
                                        <p:cTn id="45" dur="1" fill="hold">
                                          <p:stCondLst>
                                            <p:cond delay="0"/>
                                          </p:stCondLst>
                                        </p:cTn>
                                        <p:tgtEl>
                                          <p:spTgt spid="9"/>
                                        </p:tgtEl>
                                        <p:attrNameLst>
                                          <p:attrName>style.visibility</p:attrName>
                                        </p:attrNameLst>
                                      </p:cBhvr>
                                      <p:to>
                                        <p:strVal val="visible"/>
                                      </p:to>
                                    </p:set>
                                    <p:animEffect transition="in" filter="dissolve">
                                      <p:cBhvr additive="repl">
                                        <p:cTn id="46" dur="500"/>
                                        <p:tgtEl>
                                          <p:spTgt spid="9"/>
                                        </p:tgtEl>
                                      </p:cBhvr>
                                    </p:animEffect>
                                  </p:childTnLst>
                                </p:cTn>
                              </p:par>
                              <p:par>
                                <p:cTn id="47" presetID="9" presetClass="entr" fill="hold" nodeType="withEffect">
                                  <p:stCondLst>
                                    <p:cond delay="0"/>
                                  </p:stCondLst>
                                  <p:childTnLst>
                                    <p:set>
                                      <p:cBhvr additive="repl">
                                        <p:cTn id="48" dur="1" fill="hold">
                                          <p:stCondLst>
                                            <p:cond delay="0"/>
                                          </p:stCondLst>
                                        </p:cTn>
                                        <p:tgtEl>
                                          <p:spTgt spid="13"/>
                                        </p:tgtEl>
                                        <p:attrNameLst>
                                          <p:attrName>style.visibility</p:attrName>
                                        </p:attrNameLst>
                                      </p:cBhvr>
                                      <p:to>
                                        <p:strVal val="visible"/>
                                      </p:to>
                                    </p:set>
                                    <p:animEffect transition="in" filter="dissolve">
                                      <p:cBhvr additive="repl">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fill="hold" nodeType="clickEffect">
                                  <p:stCondLst>
                                    <p:cond delay="0"/>
                                  </p:stCondLst>
                                  <p:childTnLst>
                                    <p:set>
                                      <p:cBhvr additive="repl">
                                        <p:cTn id="53" dur="1" fill="hold">
                                          <p:stCondLst>
                                            <p:cond delay="0"/>
                                          </p:stCondLst>
                                        </p:cTn>
                                        <p:tgtEl>
                                          <p:spTgt spid="6"/>
                                        </p:tgtEl>
                                        <p:attrNameLst>
                                          <p:attrName>style.visibility</p:attrName>
                                        </p:attrNameLst>
                                      </p:cBhvr>
                                      <p:to>
                                        <p:strVal val="visible"/>
                                      </p:to>
                                    </p:set>
                                    <p:animEffect transition="in" filter="dissolve">
                                      <p:cBhvr additive="repl">
                                        <p:cTn id="54" dur="500"/>
                                        <p:tgtEl>
                                          <p:spTgt spid="6"/>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fill="hold" nodeType="clickEffect">
                                  <p:stCondLst>
                                    <p:cond delay="0"/>
                                  </p:stCondLst>
                                  <p:childTnLst>
                                    <p:set>
                                      <p:cBhvr additive="repl">
                                        <p:cTn id="58" dur="1" fill="hold">
                                          <p:stCondLst>
                                            <p:cond delay="0"/>
                                          </p:stCondLst>
                                        </p:cTn>
                                        <p:tgtEl>
                                          <p:spTgt spid="15"/>
                                        </p:tgtEl>
                                        <p:attrNameLst>
                                          <p:attrName>style.visibility</p:attrName>
                                        </p:attrNameLst>
                                      </p:cBhvr>
                                      <p:to>
                                        <p:strVal val="visible"/>
                                      </p:to>
                                    </p:set>
                                    <p:animEffect transition="in" filter="dissolve">
                                      <p:cBhvr additive="repl">
                                        <p:cTn id="59" dur="500"/>
                                        <p:tgtEl>
                                          <p:spTgt spid="15"/>
                                        </p:tgtEl>
                                      </p:cBhvr>
                                    </p:animEffect>
                                  </p:childTnLst>
                                </p:cTn>
                              </p:par>
                              <p:par>
                                <p:cTn id="60" presetID="9" presetClass="exit" fill="hold" nodeType="withEffect">
                                  <p:stCondLst>
                                    <p:cond delay="0"/>
                                  </p:stCondLst>
                                  <p:childTnLst>
                                    <p:animEffect transition="out" filter="dissolve">
                                      <p:cBhvr additive="repl">
                                        <p:cTn id="61" dur="500"/>
                                        <p:tgtEl>
                                          <p:spTgt spid="15"/>
                                        </p:tgtEl>
                                      </p:cBhvr>
                                    </p:animEffect>
                                    <p:set>
                                      <p:cBhvr additive="repl">
                                        <p:cTn id="62" dur="1" fill="hold">
                                          <p:stCondLst>
                                            <p:cond delay="0"/>
                                          </p:stCondLst>
                                        </p:cTn>
                                        <p:tgtEl>
                                          <p:spTgt spid="1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9" presetClass="entr" fill="hold" nodeType="clickEffect">
                                  <p:stCondLst>
                                    <p:cond delay="0"/>
                                  </p:stCondLst>
                                  <p:childTnLst>
                                    <p:set>
                                      <p:cBhvr additive="repl">
                                        <p:cTn id="66" dur="1" fill="hold">
                                          <p:stCondLst>
                                            <p:cond delay="0"/>
                                          </p:stCondLst>
                                        </p:cTn>
                                        <p:tgtEl>
                                          <p:spTgt spid="16"/>
                                        </p:tgtEl>
                                        <p:attrNameLst>
                                          <p:attrName>style.visibility</p:attrName>
                                        </p:attrNameLst>
                                      </p:cBhvr>
                                      <p:to>
                                        <p:strVal val="visible"/>
                                      </p:to>
                                    </p:set>
                                    <p:animEffect transition="in" filter="dissolve">
                                      <p:cBhvr additive="repl">
                                        <p:cTn id="67" dur="500"/>
                                        <p:tgtEl>
                                          <p:spTgt spid="16"/>
                                        </p:tgtEl>
                                      </p:cBhvr>
                                    </p:animEffect>
                                  </p:childTnLst>
                                </p:cTn>
                              </p:par>
                              <p:par>
                                <p:cTn id="68" presetID="9" presetClass="exit" fill="hold" nodeType="withEffect">
                                  <p:stCondLst>
                                    <p:cond delay="0"/>
                                  </p:stCondLst>
                                  <p:childTnLst>
                                    <p:animEffect transition="out" filter="dissolve">
                                      <p:cBhvr additive="repl">
                                        <p:cTn id="69" dur="500"/>
                                        <p:tgtEl>
                                          <p:spTgt spid="16"/>
                                        </p:tgtEl>
                                      </p:cBhvr>
                                    </p:animEffect>
                                    <p:set>
                                      <p:cBhvr additive="repl">
                                        <p:cTn id="70"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2189537" y="3023720"/>
            <a:ext cx="2916237" cy="2484438"/>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ru-RU" altLang="ru-RU" sz="4800">
                <a:solidFill>
                  <a:srgbClr val="000000"/>
                </a:solidFill>
                <a:latin typeface="Arial" panose="020B0604020202020204" pitchFamily="34" charset="0"/>
                <a:ea typeface="Microsoft YaHei" panose="020B0503020204020204" pitchFamily="34" charset="-122"/>
              </a:rPr>
              <a:t>4</a:t>
            </a:r>
            <a:r>
              <a:rPr lang="en-US" altLang="ru-RU" sz="4800">
                <a:solidFill>
                  <a:srgbClr val="000000"/>
                </a:solidFill>
                <a:latin typeface="Arial" panose="020B0604020202020204" pitchFamily="34" charset="0"/>
                <a:ea typeface="Microsoft YaHei" panose="020B0503020204020204" pitchFamily="34" charset="-122"/>
              </a:rPr>
              <a:t> 5 6</a:t>
            </a:r>
            <a:r>
              <a:rPr lang="en-US" altLang="ru-RU" sz="4800" baseline="-25000">
                <a:solidFill>
                  <a:srgbClr val="000000"/>
                </a:solidFill>
                <a:latin typeface="Arial" panose="020B0604020202020204" pitchFamily="34" charset="0"/>
                <a:ea typeface="Microsoft YaHei" panose="020B0503020204020204" pitchFamily="34" charset="-122"/>
              </a:rPr>
              <a:t>8 </a:t>
            </a:r>
          </a:p>
          <a:p>
            <a:pPr algn="r" eaLnBrk="1" hangingPunct="1">
              <a:spcBef>
                <a:spcPct val="0"/>
              </a:spcBef>
              <a:buFontTx/>
              <a:buNone/>
            </a:pPr>
            <a:r>
              <a:rPr lang="ru-RU" altLang="ru-RU" sz="4800">
                <a:solidFill>
                  <a:srgbClr val="000000"/>
                </a:solidFill>
                <a:latin typeface="Arial" panose="020B0604020202020204" pitchFamily="34" charset="0"/>
                <a:ea typeface="Microsoft YaHei" panose="020B0503020204020204" pitchFamily="34" charset="-122"/>
              </a:rPr>
              <a:t>–</a:t>
            </a:r>
            <a:r>
              <a:rPr lang="en-US" altLang="ru-RU" sz="4800">
                <a:solidFill>
                  <a:srgbClr val="000000"/>
                </a:solidFill>
                <a:latin typeface="Arial" panose="020B0604020202020204" pitchFamily="34" charset="0"/>
                <a:ea typeface="Microsoft YaHei" panose="020B0503020204020204" pitchFamily="34" charset="-122"/>
              </a:rPr>
              <a:t>   </a:t>
            </a:r>
            <a:r>
              <a:rPr lang="ru-RU" altLang="ru-RU" sz="4800">
                <a:solidFill>
                  <a:srgbClr val="000000"/>
                </a:solidFill>
                <a:latin typeface="Arial" panose="020B0604020202020204" pitchFamily="34" charset="0"/>
                <a:ea typeface="Microsoft YaHei" panose="020B0503020204020204" pitchFamily="34" charset="-122"/>
              </a:rPr>
              <a:t>2</a:t>
            </a:r>
            <a:r>
              <a:rPr lang="en-US" altLang="ru-RU" sz="4800">
                <a:solidFill>
                  <a:srgbClr val="000000"/>
                </a:solidFill>
                <a:latin typeface="Arial" panose="020B0604020202020204" pitchFamily="34" charset="0"/>
                <a:ea typeface="Microsoft YaHei" panose="020B0503020204020204" pitchFamily="34" charset="-122"/>
              </a:rPr>
              <a:t> </a:t>
            </a:r>
            <a:r>
              <a:rPr lang="ru-RU" altLang="ru-RU" sz="4800">
                <a:solidFill>
                  <a:srgbClr val="000000"/>
                </a:solidFill>
                <a:latin typeface="Arial" panose="020B0604020202020204" pitchFamily="34" charset="0"/>
                <a:ea typeface="Microsoft YaHei" panose="020B0503020204020204" pitchFamily="34" charset="-122"/>
              </a:rPr>
              <a:t>7</a:t>
            </a:r>
            <a:r>
              <a:rPr lang="en-US" altLang="ru-RU" sz="4800">
                <a:solidFill>
                  <a:srgbClr val="000000"/>
                </a:solidFill>
                <a:latin typeface="Arial" panose="020B0604020202020204" pitchFamily="34" charset="0"/>
                <a:ea typeface="Microsoft YaHei" panose="020B0503020204020204" pitchFamily="34" charset="-122"/>
              </a:rPr>
              <a:t> </a:t>
            </a:r>
            <a:r>
              <a:rPr lang="ru-RU" altLang="ru-RU" sz="4800">
                <a:solidFill>
                  <a:srgbClr val="000000"/>
                </a:solidFill>
                <a:latin typeface="Arial" panose="020B0604020202020204" pitchFamily="34" charset="0"/>
                <a:ea typeface="Microsoft YaHei" panose="020B0503020204020204" pitchFamily="34" charset="-122"/>
              </a:rPr>
              <a:t>7</a:t>
            </a:r>
            <a:r>
              <a:rPr lang="en-US" altLang="ru-RU" sz="4800" baseline="-25000">
                <a:solidFill>
                  <a:srgbClr val="000000"/>
                </a:solidFill>
                <a:latin typeface="Arial" panose="020B0604020202020204" pitchFamily="34" charset="0"/>
                <a:ea typeface="Microsoft YaHei" panose="020B0503020204020204" pitchFamily="34" charset="-122"/>
              </a:rPr>
              <a:t>8 </a:t>
            </a:r>
          </a:p>
        </p:txBody>
      </p:sp>
      <p:sp>
        <p:nvSpPr>
          <p:cNvPr id="5" name="Rectangle 6"/>
          <p:cNvSpPr>
            <a:spLocks noChangeArrowheads="1"/>
          </p:cNvSpPr>
          <p:nvPr/>
        </p:nvSpPr>
        <p:spPr bwMode="auto">
          <a:xfrm>
            <a:off x="3773862" y="2483970"/>
            <a:ext cx="392112"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C0504D"/>
                </a:solidFill>
                <a:latin typeface="Symbol" panose="05050102010706020507" pitchFamily="18" charset="2"/>
                <a:ea typeface="Microsoft YaHei" panose="020B0503020204020204" pitchFamily="34" charset="-122"/>
              </a:rPr>
              <a:t></a:t>
            </a:r>
          </a:p>
        </p:txBody>
      </p:sp>
      <p:sp>
        <p:nvSpPr>
          <p:cNvPr id="6" name="Line 7"/>
          <p:cNvSpPr>
            <a:spLocks noChangeShapeType="1"/>
          </p:cNvSpPr>
          <p:nvPr/>
        </p:nvSpPr>
        <p:spPr bwMode="auto">
          <a:xfrm>
            <a:off x="2621337" y="4644558"/>
            <a:ext cx="2338387" cy="1587"/>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7" name="Rectangle 8"/>
          <p:cNvSpPr>
            <a:spLocks noChangeArrowheads="1"/>
          </p:cNvSpPr>
          <p:nvPr/>
        </p:nvSpPr>
        <p:spPr bwMode="auto">
          <a:xfrm>
            <a:off x="5429624" y="3060233"/>
            <a:ext cx="4895850"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ts val="2250"/>
              </a:spcBef>
              <a:buFontTx/>
              <a:buNone/>
            </a:pPr>
            <a:r>
              <a:rPr lang="ru-RU" altLang="ru-RU" sz="3600">
                <a:solidFill>
                  <a:srgbClr val="000000"/>
                </a:solidFill>
                <a:latin typeface="Arial" panose="020B0604020202020204" pitchFamily="34" charset="0"/>
                <a:ea typeface="Microsoft YaHei" panose="020B0503020204020204" pitchFamily="34" charset="-122"/>
              </a:rPr>
              <a:t>(</a:t>
            </a:r>
            <a:r>
              <a:rPr lang="en-US" altLang="ru-RU" sz="3600">
                <a:solidFill>
                  <a:srgbClr val="000000"/>
                </a:solidFill>
                <a:latin typeface="Arial" panose="020B0604020202020204" pitchFamily="34" charset="0"/>
                <a:ea typeface="Microsoft YaHei" panose="020B0503020204020204" pitchFamily="34" charset="-122"/>
              </a:rPr>
              <a:t>6 + </a:t>
            </a:r>
            <a:r>
              <a:rPr lang="ru-RU" altLang="ru-RU" sz="3600" b="1">
                <a:solidFill>
                  <a:srgbClr val="3333FF"/>
                </a:solidFill>
                <a:latin typeface="Arial" panose="020B0604020202020204" pitchFamily="34" charset="0"/>
                <a:ea typeface="Microsoft YaHei" panose="020B0503020204020204" pitchFamily="34" charset="-122"/>
              </a:rPr>
              <a:t>8</a:t>
            </a:r>
            <a:r>
              <a:rPr lang="ru-RU" altLang="ru-RU" sz="3600">
                <a:solidFill>
                  <a:srgbClr val="000000"/>
                </a:solidFill>
                <a:latin typeface="Arial" panose="020B0604020202020204" pitchFamily="34" charset="0"/>
                <a:ea typeface="Microsoft YaHei" panose="020B0503020204020204" pitchFamily="34" charset="-122"/>
              </a:rPr>
              <a:t>) – 7</a:t>
            </a:r>
            <a:r>
              <a:rPr lang="en-US" altLang="ru-RU" sz="3600">
                <a:solidFill>
                  <a:srgbClr val="000000"/>
                </a:solidFill>
                <a:latin typeface="Arial" panose="020B0604020202020204" pitchFamily="34" charset="0"/>
                <a:ea typeface="Microsoft YaHei" panose="020B0503020204020204" pitchFamily="34" charset="-122"/>
              </a:rPr>
              <a:t> = </a:t>
            </a:r>
            <a:r>
              <a:rPr lang="ru-RU" altLang="ru-RU" sz="3600">
                <a:solidFill>
                  <a:srgbClr val="000000"/>
                </a:solidFill>
                <a:latin typeface="Arial" panose="020B0604020202020204" pitchFamily="34" charset="0"/>
                <a:ea typeface="Microsoft YaHei" panose="020B0503020204020204" pitchFamily="34" charset="-122"/>
              </a:rPr>
              <a:t>7</a:t>
            </a:r>
            <a:r>
              <a:rPr lang="en-US" altLang="ru-RU" sz="3600">
                <a:solidFill>
                  <a:srgbClr val="000000"/>
                </a:solidFill>
                <a:latin typeface="Arial" panose="020B0604020202020204" pitchFamily="34" charset="0"/>
                <a:ea typeface="Microsoft YaHei" panose="020B0503020204020204" pitchFamily="34" charset="-122"/>
              </a:rPr>
              <a:t> </a:t>
            </a:r>
          </a:p>
          <a:p>
            <a:pPr eaLnBrk="1" hangingPunct="1">
              <a:spcBef>
                <a:spcPts val="2250"/>
              </a:spcBef>
              <a:buFontTx/>
              <a:buNone/>
            </a:pPr>
            <a:r>
              <a:rPr lang="ru-RU" altLang="ru-RU" sz="3600">
                <a:solidFill>
                  <a:srgbClr val="000000"/>
                </a:solidFill>
                <a:latin typeface="Arial" panose="020B0604020202020204" pitchFamily="34" charset="0"/>
                <a:ea typeface="Microsoft YaHei" panose="020B0503020204020204" pitchFamily="34" charset="-122"/>
              </a:rPr>
              <a:t>(5</a:t>
            </a:r>
            <a:r>
              <a:rPr lang="en-US" altLang="ru-RU" sz="3600">
                <a:solidFill>
                  <a:srgbClr val="000000"/>
                </a:solidFill>
                <a:latin typeface="Arial" panose="020B0604020202020204" pitchFamily="34" charset="0"/>
                <a:ea typeface="Microsoft YaHei" panose="020B0503020204020204" pitchFamily="34" charset="-122"/>
              </a:rPr>
              <a:t> </a:t>
            </a:r>
            <a:r>
              <a:rPr lang="ru-RU" altLang="ru-RU" sz="3600">
                <a:solidFill>
                  <a:srgbClr val="000000"/>
                </a:solidFill>
                <a:latin typeface="Arial" panose="020B0604020202020204" pitchFamily="34" charset="0"/>
                <a:ea typeface="Microsoft YaHei" panose="020B0503020204020204" pitchFamily="34" charset="-122"/>
              </a:rPr>
              <a:t>– </a:t>
            </a:r>
            <a:r>
              <a:rPr lang="ru-RU" altLang="ru-RU" sz="3600" b="1">
                <a:solidFill>
                  <a:srgbClr val="FF0000"/>
                </a:solidFill>
                <a:latin typeface="Arial" panose="020B0604020202020204" pitchFamily="34" charset="0"/>
                <a:ea typeface="Microsoft YaHei" panose="020B0503020204020204" pitchFamily="34" charset="-122"/>
              </a:rPr>
              <a:t>1</a:t>
            </a:r>
            <a:r>
              <a:rPr lang="ru-RU" altLang="ru-RU" sz="3600">
                <a:solidFill>
                  <a:srgbClr val="000000"/>
                </a:solidFill>
                <a:latin typeface="Arial" panose="020B0604020202020204" pitchFamily="34" charset="0"/>
                <a:ea typeface="Microsoft YaHei" panose="020B0503020204020204" pitchFamily="34" charset="-122"/>
              </a:rPr>
              <a:t> +</a:t>
            </a:r>
            <a:r>
              <a:rPr lang="en-US" altLang="ru-RU" sz="3600">
                <a:solidFill>
                  <a:srgbClr val="000000"/>
                </a:solidFill>
                <a:latin typeface="Arial" panose="020B0604020202020204" pitchFamily="34" charset="0"/>
                <a:ea typeface="Microsoft YaHei" panose="020B0503020204020204" pitchFamily="34" charset="-122"/>
              </a:rPr>
              <a:t> </a:t>
            </a:r>
            <a:r>
              <a:rPr lang="ru-RU" altLang="ru-RU" sz="3600" b="1">
                <a:solidFill>
                  <a:srgbClr val="3333FF"/>
                </a:solidFill>
                <a:latin typeface="Arial" panose="020B0604020202020204" pitchFamily="34" charset="0"/>
                <a:ea typeface="Microsoft YaHei" panose="020B0503020204020204" pitchFamily="34" charset="-122"/>
              </a:rPr>
              <a:t>8</a:t>
            </a:r>
            <a:r>
              <a:rPr lang="ru-RU" altLang="ru-RU" sz="3600">
                <a:solidFill>
                  <a:srgbClr val="000000"/>
                </a:solidFill>
                <a:latin typeface="Arial" panose="020B0604020202020204" pitchFamily="34" charset="0"/>
                <a:ea typeface="Microsoft YaHei" panose="020B0503020204020204" pitchFamily="34" charset="-122"/>
              </a:rPr>
              <a:t>)</a:t>
            </a:r>
            <a:r>
              <a:rPr lang="en-US" altLang="ru-RU" sz="3600">
                <a:solidFill>
                  <a:srgbClr val="000000"/>
                </a:solidFill>
                <a:latin typeface="Arial" panose="020B0604020202020204" pitchFamily="34" charset="0"/>
                <a:ea typeface="Microsoft YaHei" panose="020B0503020204020204" pitchFamily="34" charset="-122"/>
              </a:rPr>
              <a:t> </a:t>
            </a:r>
            <a:r>
              <a:rPr lang="ru-RU" altLang="ru-RU" sz="3600">
                <a:solidFill>
                  <a:srgbClr val="000000"/>
                </a:solidFill>
                <a:latin typeface="Arial" panose="020B0604020202020204" pitchFamily="34" charset="0"/>
                <a:ea typeface="Microsoft YaHei" panose="020B0503020204020204" pitchFamily="34" charset="-122"/>
              </a:rPr>
              <a:t>–</a:t>
            </a:r>
            <a:r>
              <a:rPr lang="en-US" altLang="ru-RU" sz="3600">
                <a:solidFill>
                  <a:srgbClr val="000000"/>
                </a:solidFill>
                <a:latin typeface="Arial" panose="020B0604020202020204" pitchFamily="34" charset="0"/>
                <a:ea typeface="Microsoft YaHei" panose="020B0503020204020204" pitchFamily="34" charset="-122"/>
              </a:rPr>
              <a:t> </a:t>
            </a:r>
            <a:r>
              <a:rPr lang="ru-RU" altLang="ru-RU" sz="3600">
                <a:solidFill>
                  <a:srgbClr val="000000"/>
                </a:solidFill>
                <a:latin typeface="Arial" panose="020B0604020202020204" pitchFamily="34" charset="0"/>
                <a:ea typeface="Microsoft YaHei" panose="020B0503020204020204" pitchFamily="34" charset="-122"/>
              </a:rPr>
              <a:t>7</a:t>
            </a:r>
            <a:r>
              <a:rPr lang="en-US" altLang="ru-RU" sz="3600" b="1">
                <a:solidFill>
                  <a:srgbClr val="C0504D"/>
                </a:solidFill>
                <a:latin typeface="Arial" panose="020B0604020202020204" pitchFamily="34" charset="0"/>
                <a:ea typeface="Microsoft YaHei" panose="020B0503020204020204" pitchFamily="34" charset="-122"/>
              </a:rPr>
              <a:t> </a:t>
            </a:r>
            <a:r>
              <a:rPr lang="ru-RU" altLang="ru-RU" sz="3600">
                <a:solidFill>
                  <a:srgbClr val="000000"/>
                </a:solidFill>
                <a:latin typeface="Arial" panose="020B0604020202020204" pitchFamily="34" charset="0"/>
                <a:ea typeface="Microsoft YaHei" panose="020B0503020204020204" pitchFamily="34" charset="-122"/>
              </a:rPr>
              <a:t>=</a:t>
            </a:r>
            <a:r>
              <a:rPr lang="en-US" altLang="ru-RU" sz="3600">
                <a:solidFill>
                  <a:srgbClr val="000000"/>
                </a:solidFill>
                <a:latin typeface="Arial" panose="020B0604020202020204" pitchFamily="34" charset="0"/>
                <a:ea typeface="Microsoft YaHei" panose="020B0503020204020204" pitchFamily="34" charset="-122"/>
              </a:rPr>
              <a:t> </a:t>
            </a:r>
            <a:r>
              <a:rPr lang="ru-RU" altLang="ru-RU" sz="3600">
                <a:solidFill>
                  <a:srgbClr val="000000"/>
                </a:solidFill>
                <a:latin typeface="Arial" panose="020B0604020202020204" pitchFamily="34" charset="0"/>
                <a:ea typeface="Microsoft YaHei" panose="020B0503020204020204" pitchFamily="34" charset="-122"/>
              </a:rPr>
              <a:t>5</a:t>
            </a:r>
          </a:p>
          <a:p>
            <a:pPr eaLnBrk="1" hangingPunct="1">
              <a:spcBef>
                <a:spcPts val="2250"/>
              </a:spcBef>
              <a:buFontTx/>
              <a:buNone/>
            </a:pPr>
            <a:r>
              <a:rPr lang="ru-RU" altLang="ru-RU" sz="3600">
                <a:solidFill>
                  <a:srgbClr val="000000"/>
                </a:solidFill>
                <a:latin typeface="Arial" panose="020B0604020202020204" pitchFamily="34" charset="0"/>
                <a:ea typeface="Microsoft YaHei" panose="020B0503020204020204" pitchFamily="34" charset="-122"/>
              </a:rPr>
              <a:t>(4 – </a:t>
            </a:r>
            <a:r>
              <a:rPr lang="ru-RU" altLang="ru-RU" sz="3600" b="1">
                <a:solidFill>
                  <a:srgbClr val="FF0000"/>
                </a:solidFill>
                <a:latin typeface="Arial" panose="020B0604020202020204" pitchFamily="34" charset="0"/>
                <a:ea typeface="Microsoft YaHei" panose="020B0503020204020204" pitchFamily="34" charset="-122"/>
              </a:rPr>
              <a:t>1</a:t>
            </a:r>
            <a:r>
              <a:rPr lang="ru-RU" altLang="ru-RU" sz="3600">
                <a:solidFill>
                  <a:srgbClr val="000000"/>
                </a:solidFill>
                <a:latin typeface="Arial" panose="020B0604020202020204" pitchFamily="34" charset="0"/>
                <a:ea typeface="Microsoft YaHei" panose="020B0503020204020204" pitchFamily="34" charset="-122"/>
              </a:rPr>
              <a:t>) – 2 = 1</a:t>
            </a:r>
          </a:p>
        </p:txBody>
      </p:sp>
      <p:sp>
        <p:nvSpPr>
          <p:cNvPr id="8" name="Rectangle 9"/>
          <p:cNvSpPr>
            <a:spLocks noChangeArrowheads="1"/>
          </p:cNvSpPr>
          <p:nvPr/>
        </p:nvSpPr>
        <p:spPr bwMode="auto">
          <a:xfrm>
            <a:off x="3307137" y="2483970"/>
            <a:ext cx="392112"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C0504D"/>
                </a:solidFill>
                <a:latin typeface="Symbol" panose="05050102010706020507" pitchFamily="18" charset="2"/>
                <a:ea typeface="Microsoft YaHei" panose="020B0503020204020204" pitchFamily="34" charset="-122"/>
              </a:rPr>
              <a:t></a:t>
            </a:r>
          </a:p>
        </p:txBody>
      </p:sp>
      <p:sp>
        <p:nvSpPr>
          <p:cNvPr id="9" name="AutoShape 10"/>
          <p:cNvSpPr>
            <a:spLocks noChangeArrowheads="1"/>
          </p:cNvSpPr>
          <p:nvPr/>
        </p:nvSpPr>
        <p:spPr bwMode="auto">
          <a:xfrm>
            <a:off x="6725272" y="2400588"/>
            <a:ext cx="1440160" cy="431800"/>
          </a:xfrm>
          <a:prstGeom prst="wedgeRoundRectCallout">
            <a:avLst>
              <a:gd name="adj1" fmla="val -65361"/>
              <a:gd name="adj2" fmla="val 126102"/>
              <a:gd name="adj3" fmla="val 16667"/>
            </a:avLst>
          </a:prstGeom>
          <a:solidFill>
            <a:srgbClr val="FFFF99"/>
          </a:solidFill>
          <a:ln>
            <a:noFill/>
          </a:ln>
          <a:effectLst>
            <a:outerShdw dist="17819" dir="2700000" algn="ctr" rotWithShape="0">
              <a:srgbClr val="1F497D"/>
            </a:outerShdw>
          </a:effectLst>
          <a:extLs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ctr" eaLnBrk="1" hangingPunct="1">
              <a:spcBef>
                <a:spcPct val="0"/>
              </a:spcBef>
              <a:buFontTx/>
              <a:buNone/>
            </a:pPr>
            <a:r>
              <a:rPr lang="en-US" altLang="ru-RU" sz="1800" b="1" dirty="0" smtClean="0">
                <a:solidFill>
                  <a:srgbClr val="000000"/>
                </a:solidFill>
                <a:latin typeface="Arial" panose="020B0604020202020204" pitchFamily="34" charset="0"/>
                <a:ea typeface="Microsoft YaHei" panose="020B0503020204020204" pitchFamily="34" charset="-122"/>
              </a:rPr>
              <a:t>borrowing</a:t>
            </a:r>
            <a:endParaRPr lang="ru-RU" altLang="ru-RU" sz="1800" b="1" dirty="0">
              <a:solidFill>
                <a:srgbClr val="000000"/>
              </a:solidFill>
              <a:latin typeface="Arial" panose="020B0604020202020204" pitchFamily="34" charset="0"/>
              <a:ea typeface="Microsoft YaHei" panose="020B0503020204020204" pitchFamily="34" charset="-122"/>
            </a:endParaRPr>
          </a:p>
        </p:txBody>
      </p:sp>
      <p:sp>
        <p:nvSpPr>
          <p:cNvPr id="10" name="Rectangle 11"/>
          <p:cNvSpPr>
            <a:spLocks noChangeArrowheads="1"/>
          </p:cNvSpPr>
          <p:nvPr/>
        </p:nvSpPr>
        <p:spPr bwMode="auto">
          <a:xfrm>
            <a:off x="4294562" y="4608045"/>
            <a:ext cx="715962"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4800">
                <a:solidFill>
                  <a:srgbClr val="000000"/>
                </a:solidFill>
                <a:latin typeface="Arial" panose="020B0604020202020204" pitchFamily="34" charset="0"/>
                <a:ea typeface="Microsoft YaHei" panose="020B0503020204020204" pitchFamily="34" charset="-122"/>
              </a:rPr>
              <a:t>7</a:t>
            </a:r>
            <a:r>
              <a:rPr lang="en-US" altLang="ru-RU" sz="4800" baseline="-25000">
                <a:solidFill>
                  <a:srgbClr val="000000"/>
                </a:solidFill>
                <a:latin typeface="Arial" panose="020B0604020202020204" pitchFamily="34" charset="0"/>
                <a:ea typeface="Microsoft YaHei" panose="020B0503020204020204" pitchFamily="34" charset="-122"/>
              </a:rPr>
              <a:t>8</a:t>
            </a:r>
          </a:p>
        </p:txBody>
      </p:sp>
      <p:sp>
        <p:nvSpPr>
          <p:cNvPr id="11" name="Rectangle 12"/>
          <p:cNvSpPr>
            <a:spLocks noChangeArrowheads="1"/>
          </p:cNvSpPr>
          <p:nvPr/>
        </p:nvSpPr>
        <p:spPr bwMode="auto">
          <a:xfrm>
            <a:off x="3234112" y="4608045"/>
            <a:ext cx="5191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4800">
                <a:solidFill>
                  <a:srgbClr val="000000"/>
                </a:solidFill>
                <a:latin typeface="Arial" panose="020B0604020202020204" pitchFamily="34" charset="0"/>
                <a:ea typeface="Microsoft YaHei" panose="020B0503020204020204" pitchFamily="34" charset="-122"/>
              </a:rPr>
              <a:t>1</a:t>
            </a:r>
          </a:p>
        </p:txBody>
      </p:sp>
      <p:sp>
        <p:nvSpPr>
          <p:cNvPr id="12" name="Rectangle 13"/>
          <p:cNvSpPr>
            <a:spLocks noChangeArrowheads="1"/>
          </p:cNvSpPr>
          <p:nvPr/>
        </p:nvSpPr>
        <p:spPr bwMode="auto">
          <a:xfrm>
            <a:off x="3740524" y="4608045"/>
            <a:ext cx="5191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4800">
                <a:solidFill>
                  <a:srgbClr val="000000"/>
                </a:solidFill>
                <a:latin typeface="Arial" panose="020B0604020202020204" pitchFamily="34" charset="0"/>
                <a:ea typeface="Microsoft YaHei" panose="020B0503020204020204" pitchFamily="34" charset="-122"/>
              </a:rPr>
              <a:t>5</a:t>
            </a:r>
          </a:p>
        </p:txBody>
      </p:sp>
      <p:sp>
        <p:nvSpPr>
          <p:cNvPr id="13" name="AutoShape 14"/>
          <p:cNvSpPr>
            <a:spLocks noChangeArrowheads="1"/>
          </p:cNvSpPr>
          <p:nvPr/>
        </p:nvSpPr>
        <p:spPr bwMode="auto">
          <a:xfrm>
            <a:off x="8525248" y="3276133"/>
            <a:ext cx="1482726" cy="431800"/>
          </a:xfrm>
          <a:prstGeom prst="wedgeRoundRectCallout">
            <a:avLst>
              <a:gd name="adj1" fmla="val -169116"/>
              <a:gd name="adj2" fmla="val 117648"/>
              <a:gd name="adj3" fmla="val 16667"/>
            </a:avLst>
          </a:prstGeom>
          <a:solidFill>
            <a:srgbClr val="FFFF99"/>
          </a:solidFill>
          <a:ln>
            <a:noFill/>
          </a:ln>
          <a:effectLst>
            <a:outerShdw dist="17819" dir="2700000" algn="ctr" rotWithShape="0">
              <a:srgbClr val="1F497D"/>
            </a:outerShdw>
          </a:effectLst>
          <a:extLs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ctr" eaLnBrk="1" hangingPunct="1">
              <a:spcBef>
                <a:spcPct val="0"/>
              </a:spcBef>
              <a:buFontTx/>
              <a:buNone/>
            </a:pPr>
            <a:r>
              <a:rPr lang="en-US" altLang="ru-RU" sz="1800" b="1" dirty="0" smtClean="0">
                <a:solidFill>
                  <a:srgbClr val="000000"/>
                </a:solidFill>
                <a:latin typeface="Arial" panose="020B0604020202020204" pitchFamily="34" charset="0"/>
                <a:ea typeface="Microsoft YaHei" panose="020B0503020204020204" pitchFamily="34" charset="-122"/>
              </a:rPr>
              <a:t>borrowing</a:t>
            </a:r>
            <a:endParaRPr lang="ru-RU" altLang="ru-RU" sz="1800" b="1" dirty="0">
              <a:solidFill>
                <a:srgbClr val="000000"/>
              </a:solidFill>
              <a:latin typeface="Arial" panose="020B0604020202020204" pitchFamily="34" charset="0"/>
              <a:ea typeface="Microsoft YaHei" panose="020B0503020204020204" pitchFamily="34" charset="-122"/>
            </a:endParaRPr>
          </a:p>
        </p:txBody>
      </p:sp>
      <p:sp>
        <p:nvSpPr>
          <p:cNvPr id="14" name="Text 0"/>
          <p:cNvSpPr/>
          <p:nvPr/>
        </p:nvSpPr>
        <p:spPr>
          <a:xfrm>
            <a:off x="3950821" y="430729"/>
            <a:ext cx="5044077" cy="532308"/>
          </a:xfrm>
          <a:prstGeom prst="rect">
            <a:avLst/>
          </a:prstGeom>
          <a:noFill/>
          <a:ln/>
        </p:spPr>
        <p:txBody>
          <a:bodyPr wrap="none" lIns="0" tIns="0" rIns="0" bIns="0" rtlCol="0" anchor="t"/>
          <a:lstStyle/>
          <a:p>
            <a:pPr>
              <a:lnSpc>
                <a:spcPts val="4167"/>
              </a:lnSpc>
            </a:pPr>
            <a:r>
              <a:rPr lang="en-US" sz="3333" b="1" dirty="0">
                <a:solidFill>
                  <a:srgbClr val="000000"/>
                </a:solidFill>
                <a:latin typeface="Petrona Bold" pitchFamily="34" charset="0"/>
                <a:ea typeface="Petrona Bold" pitchFamily="34" charset="-122"/>
                <a:cs typeface="Petrona Bold" pitchFamily="34" charset="-120"/>
              </a:rPr>
              <a:t>Arithmetic </a:t>
            </a:r>
            <a:r>
              <a:rPr lang="en-US" sz="3333" b="1" dirty="0" smtClean="0">
                <a:solidFill>
                  <a:srgbClr val="000000"/>
                </a:solidFill>
                <a:latin typeface="Petrona Bold" pitchFamily="34" charset="0"/>
                <a:ea typeface="Petrona Bold" pitchFamily="34" charset="-122"/>
                <a:cs typeface="Petrona Bold" pitchFamily="34" charset="-120"/>
              </a:rPr>
              <a:t>Operations</a:t>
            </a:r>
            <a:endParaRPr lang="en-US" sz="3333" dirty="0"/>
          </a:p>
        </p:txBody>
      </p:sp>
    </p:spTree>
    <p:extLst>
      <p:ext uri="{BB962C8B-B14F-4D97-AF65-F5344CB8AC3E}">
        <p14:creationId xmlns:p14="http://schemas.microsoft.com/office/powerpoint/2010/main" val="4033423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additive="repl">
                                        <p:cTn id="6" dur="1" fill="hold">
                                          <p:stCondLst>
                                            <p:cond delay="0"/>
                                          </p:stCondLst>
                                        </p:cTn>
                                        <p:tgtEl>
                                          <p:spTgt spid="7">
                                            <p:txEl>
                                              <p:pRg st="0" end="0"/>
                                            </p:txEl>
                                          </p:spTgt>
                                        </p:tgtEl>
                                        <p:attrNameLst>
                                          <p:attrName>style.visibility</p:attrName>
                                        </p:attrNameLst>
                                      </p:cBhvr>
                                      <p:to>
                                        <p:strVal val="visible"/>
                                      </p:to>
                                    </p:set>
                                    <p:animEffect transition="in" filter="dissolve">
                                      <p:cBhvr additive="repl">
                                        <p:cTn id="7" dur="500"/>
                                        <p:tgtEl>
                                          <p:spTgt spid="7">
                                            <p:txEl>
                                              <p:pRg st="0" end="0"/>
                                            </p:txEl>
                                          </p:spTgt>
                                        </p:tgtEl>
                                      </p:cBhvr>
                                    </p:animEffect>
                                  </p:childTnLst>
                                </p:cTn>
                              </p:par>
                              <p:par>
                                <p:cTn id="8" presetID="9" presetClass="entr" fill="hold" nodeType="withEffect">
                                  <p:stCondLst>
                                    <p:cond delay="0"/>
                                  </p:stCondLst>
                                  <p:childTnLst>
                                    <p:set>
                                      <p:cBhvr additive="repl">
                                        <p:cTn id="9" dur="1" fill="hold">
                                          <p:stCondLst>
                                            <p:cond delay="0"/>
                                          </p:stCondLst>
                                        </p:cTn>
                                        <p:tgtEl>
                                          <p:spTgt spid="9"/>
                                        </p:tgtEl>
                                        <p:attrNameLst>
                                          <p:attrName>style.visibility</p:attrName>
                                        </p:attrNameLst>
                                      </p:cBhvr>
                                      <p:to>
                                        <p:strVal val="visible"/>
                                      </p:to>
                                    </p:set>
                                    <p:animEffect transition="in" filter="dissolve">
                                      <p:cBhvr additive="repl">
                                        <p:cTn id="10" dur="500"/>
                                        <p:tgtEl>
                                          <p:spTgt spid="9"/>
                                        </p:tgtEl>
                                      </p:cBhvr>
                                    </p:animEffect>
                                  </p:childTnLst>
                                </p:cTn>
                              </p:par>
                              <p:par>
                                <p:cTn id="11" presetID="9" presetClass="entr" fill="hold" nodeType="withEffect">
                                  <p:stCondLst>
                                    <p:cond delay="0"/>
                                  </p:stCondLst>
                                  <p:childTnLst>
                                    <p:set>
                                      <p:cBhvr additive="repl">
                                        <p:cTn id="12" dur="1" fill="hold">
                                          <p:stCondLst>
                                            <p:cond delay="0"/>
                                          </p:stCondLst>
                                        </p:cTn>
                                        <p:tgtEl>
                                          <p:spTgt spid="5"/>
                                        </p:tgtEl>
                                        <p:attrNameLst>
                                          <p:attrName>style.visibility</p:attrName>
                                        </p:attrNameLst>
                                      </p:cBhvr>
                                      <p:to>
                                        <p:strVal val="visible"/>
                                      </p:to>
                                    </p:set>
                                    <p:animEffect transition="in" filter="dissolve">
                                      <p:cBhvr additive="repl">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fill="hold" nodeType="clickEffect">
                                  <p:stCondLst>
                                    <p:cond delay="0"/>
                                  </p:stCondLst>
                                  <p:childTnLst>
                                    <p:set>
                                      <p:cBhvr additive="repl">
                                        <p:cTn id="17" dur="1" fill="hold">
                                          <p:stCondLst>
                                            <p:cond delay="0"/>
                                          </p:stCondLst>
                                        </p:cTn>
                                        <p:tgtEl>
                                          <p:spTgt spid="10"/>
                                        </p:tgtEl>
                                        <p:attrNameLst>
                                          <p:attrName>style.visibility</p:attrName>
                                        </p:attrNameLst>
                                      </p:cBhvr>
                                      <p:to>
                                        <p:strVal val="visible"/>
                                      </p:to>
                                    </p:set>
                                    <p:animEffect transition="in" filter="dissolve">
                                      <p:cBhvr additive="repl">
                                        <p:cTn id="18" dur="500"/>
                                        <p:tgtEl>
                                          <p:spTgt spid="10"/>
                                        </p:tgtEl>
                                      </p:cBhvr>
                                    </p:animEffect>
                                  </p:childTnLst>
                                </p:cTn>
                              </p:par>
                              <p:par>
                                <p:cTn id="19" presetID="9" presetClass="exit" fill="hold" nodeType="withEffect">
                                  <p:stCondLst>
                                    <p:cond delay="0"/>
                                  </p:stCondLst>
                                  <p:childTnLst>
                                    <p:animEffect transition="out" filter="dissolve">
                                      <p:cBhvr additive="repl">
                                        <p:cTn id="20" dur="500"/>
                                        <p:tgtEl>
                                          <p:spTgt spid="9"/>
                                        </p:tgtEl>
                                      </p:cBhvr>
                                    </p:animEffect>
                                    <p:set>
                                      <p:cBhvr additive="repl">
                                        <p:cTn id="21" dur="1" fill="hold">
                                          <p:stCondLst>
                                            <p:cond delay="0"/>
                                          </p:stCondLst>
                                        </p:cTn>
                                        <p:tgtEl>
                                          <p:spTgt spid="9"/>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9" presetClass="entr" fill="hold" nodeType="clickEffect">
                                  <p:stCondLst>
                                    <p:cond delay="0"/>
                                  </p:stCondLst>
                                  <p:childTnLst>
                                    <p:set>
                                      <p:cBhvr additive="repl">
                                        <p:cTn id="25" dur="1" fill="hold">
                                          <p:stCondLst>
                                            <p:cond delay="0"/>
                                          </p:stCondLst>
                                        </p:cTn>
                                        <p:tgtEl>
                                          <p:spTgt spid="7">
                                            <p:txEl>
                                              <p:pRg st="1" end="1"/>
                                            </p:txEl>
                                          </p:spTgt>
                                        </p:tgtEl>
                                        <p:attrNameLst>
                                          <p:attrName>style.visibility</p:attrName>
                                        </p:attrNameLst>
                                      </p:cBhvr>
                                      <p:to>
                                        <p:strVal val="visible"/>
                                      </p:to>
                                    </p:set>
                                    <p:animEffect transition="in" filter="dissolve">
                                      <p:cBhvr additive="repl">
                                        <p:cTn id="26" dur="500"/>
                                        <p:tgtEl>
                                          <p:spTgt spid="7">
                                            <p:txEl>
                                              <p:pRg st="1" end="1"/>
                                            </p:txEl>
                                          </p:spTgt>
                                        </p:tgtEl>
                                      </p:cBhvr>
                                    </p:animEffect>
                                  </p:childTnLst>
                                </p:cTn>
                              </p:par>
                              <p:par>
                                <p:cTn id="27" presetID="9" presetClass="entr" fill="hold" nodeType="withEffect">
                                  <p:stCondLst>
                                    <p:cond delay="0"/>
                                  </p:stCondLst>
                                  <p:childTnLst>
                                    <p:set>
                                      <p:cBhvr additive="repl">
                                        <p:cTn id="28" dur="1" fill="hold">
                                          <p:stCondLst>
                                            <p:cond delay="0"/>
                                          </p:stCondLst>
                                        </p:cTn>
                                        <p:tgtEl>
                                          <p:spTgt spid="13"/>
                                        </p:tgtEl>
                                        <p:attrNameLst>
                                          <p:attrName>style.visibility</p:attrName>
                                        </p:attrNameLst>
                                      </p:cBhvr>
                                      <p:to>
                                        <p:strVal val="visible"/>
                                      </p:to>
                                    </p:set>
                                    <p:animEffect transition="in" filter="dissolve">
                                      <p:cBhvr additive="repl">
                                        <p:cTn id="29" dur="500"/>
                                        <p:tgtEl>
                                          <p:spTgt spid="13"/>
                                        </p:tgtEl>
                                      </p:cBhvr>
                                    </p:animEffect>
                                  </p:childTnLst>
                                </p:cTn>
                              </p:par>
                              <p:par>
                                <p:cTn id="30" presetID="9" presetClass="entr" fill="hold" nodeType="withEffect">
                                  <p:stCondLst>
                                    <p:cond delay="0"/>
                                  </p:stCondLst>
                                  <p:childTnLst>
                                    <p:set>
                                      <p:cBhvr additive="repl">
                                        <p:cTn id="31" dur="1" fill="hold">
                                          <p:stCondLst>
                                            <p:cond delay="0"/>
                                          </p:stCondLst>
                                        </p:cTn>
                                        <p:tgtEl>
                                          <p:spTgt spid="8"/>
                                        </p:tgtEl>
                                        <p:attrNameLst>
                                          <p:attrName>style.visibility</p:attrName>
                                        </p:attrNameLst>
                                      </p:cBhvr>
                                      <p:to>
                                        <p:strVal val="visible"/>
                                      </p:to>
                                    </p:set>
                                    <p:animEffect transition="in" filter="dissolve">
                                      <p:cBhvr additive="repl">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fill="hold" nodeType="clickEffect">
                                  <p:stCondLst>
                                    <p:cond delay="0"/>
                                  </p:stCondLst>
                                  <p:childTnLst>
                                    <p:set>
                                      <p:cBhvr additive="repl">
                                        <p:cTn id="36" dur="1" fill="hold">
                                          <p:stCondLst>
                                            <p:cond delay="0"/>
                                          </p:stCondLst>
                                        </p:cTn>
                                        <p:tgtEl>
                                          <p:spTgt spid="12"/>
                                        </p:tgtEl>
                                        <p:attrNameLst>
                                          <p:attrName>style.visibility</p:attrName>
                                        </p:attrNameLst>
                                      </p:cBhvr>
                                      <p:to>
                                        <p:strVal val="visible"/>
                                      </p:to>
                                    </p:set>
                                    <p:animEffect transition="in" filter="dissolve">
                                      <p:cBhvr additive="repl">
                                        <p:cTn id="37" dur="500"/>
                                        <p:tgtEl>
                                          <p:spTgt spid="12"/>
                                        </p:tgtEl>
                                      </p:cBhvr>
                                    </p:animEffect>
                                  </p:childTnLst>
                                </p:cTn>
                              </p:par>
                              <p:par>
                                <p:cTn id="38" presetID="9" presetClass="exit" fill="hold" nodeType="withEffect">
                                  <p:stCondLst>
                                    <p:cond delay="0"/>
                                  </p:stCondLst>
                                  <p:childTnLst>
                                    <p:animEffect transition="out" filter="dissolve">
                                      <p:cBhvr additive="repl">
                                        <p:cTn id="39" dur="500"/>
                                        <p:tgtEl>
                                          <p:spTgt spid="13"/>
                                        </p:tgtEl>
                                      </p:cBhvr>
                                    </p:animEffect>
                                    <p:set>
                                      <p:cBhvr additive="repl">
                                        <p:cTn id="40" dur="1" fill="hold">
                                          <p:stCondLst>
                                            <p:cond delay="0"/>
                                          </p:stCondLst>
                                        </p:cTn>
                                        <p:tgtEl>
                                          <p:spTgt spid="13"/>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9" presetClass="entr" fill="hold" nodeType="clickEffect">
                                  <p:stCondLst>
                                    <p:cond delay="0"/>
                                  </p:stCondLst>
                                  <p:childTnLst>
                                    <p:set>
                                      <p:cBhvr additive="repl">
                                        <p:cTn id="44" dur="1" fill="hold">
                                          <p:stCondLst>
                                            <p:cond delay="0"/>
                                          </p:stCondLst>
                                        </p:cTn>
                                        <p:tgtEl>
                                          <p:spTgt spid="7">
                                            <p:txEl>
                                              <p:pRg st="2" end="2"/>
                                            </p:txEl>
                                          </p:spTgt>
                                        </p:tgtEl>
                                        <p:attrNameLst>
                                          <p:attrName>style.visibility</p:attrName>
                                        </p:attrNameLst>
                                      </p:cBhvr>
                                      <p:to>
                                        <p:strVal val="visible"/>
                                      </p:to>
                                    </p:set>
                                    <p:animEffect transition="in" filter="dissolve">
                                      <p:cBhvr additive="repl">
                                        <p:cTn id="45" dur="500"/>
                                        <p:tgtEl>
                                          <p:spTgt spid="7">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fill="hold" nodeType="clickEffect">
                                  <p:stCondLst>
                                    <p:cond delay="0"/>
                                  </p:stCondLst>
                                  <p:childTnLst>
                                    <p:set>
                                      <p:cBhvr additive="repl">
                                        <p:cTn id="49" dur="1" fill="hold">
                                          <p:stCondLst>
                                            <p:cond delay="0"/>
                                          </p:stCondLst>
                                        </p:cTn>
                                        <p:tgtEl>
                                          <p:spTgt spid="11"/>
                                        </p:tgtEl>
                                        <p:attrNameLst>
                                          <p:attrName>style.visibility</p:attrName>
                                        </p:attrNameLst>
                                      </p:cBhvr>
                                      <p:to>
                                        <p:strVal val="visible"/>
                                      </p:to>
                                    </p:set>
                                    <p:animEffect transition="in" filter="dissolve">
                                      <p:cBhvr additive="repl">
                                        <p:cTn id="5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a:grpSpLocks/>
          </p:cNvGrpSpPr>
          <p:nvPr/>
        </p:nvGrpSpPr>
        <p:grpSpPr bwMode="auto">
          <a:xfrm>
            <a:off x="791509" y="714282"/>
            <a:ext cx="3419475" cy="2411412"/>
            <a:chOff x="476" y="663"/>
            <a:chExt cx="2154" cy="1519"/>
          </a:xfrm>
        </p:grpSpPr>
        <p:sp>
          <p:nvSpPr>
            <p:cNvPr id="5" name="Rectangle 5"/>
            <p:cNvSpPr>
              <a:spLocks noChangeArrowheads="1"/>
            </p:cNvSpPr>
            <p:nvPr/>
          </p:nvSpPr>
          <p:spPr bwMode="auto">
            <a:xfrm>
              <a:off x="476" y="663"/>
              <a:ext cx="2154" cy="1519"/>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306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ru-RU" altLang="ru-RU" sz="4800" dirty="0">
                  <a:solidFill>
                    <a:srgbClr val="000000"/>
                  </a:solidFill>
                  <a:latin typeface="Arial" panose="020B0604020202020204" pitchFamily="34" charset="0"/>
                  <a:ea typeface="Microsoft YaHei" panose="020B0503020204020204" pitchFamily="34" charset="-122"/>
                </a:rPr>
                <a:t>3472</a:t>
              </a:r>
              <a:r>
                <a:rPr lang="ru-RU" altLang="ru-RU" sz="4800" baseline="-25000" dirty="0">
                  <a:solidFill>
                    <a:srgbClr val="000000"/>
                  </a:solidFill>
                  <a:latin typeface="Arial" panose="020B0604020202020204" pitchFamily="34" charset="0"/>
                  <a:ea typeface="Microsoft YaHei" panose="020B0503020204020204" pitchFamily="34" charset="-122"/>
                </a:rPr>
                <a:t>8</a:t>
              </a:r>
            </a:p>
            <a:p>
              <a:pPr algn="r" eaLnBrk="1" hangingPunct="1">
                <a:spcBef>
                  <a:spcPct val="0"/>
                </a:spcBef>
                <a:buFontTx/>
                <a:buNone/>
              </a:pPr>
              <a:r>
                <a:rPr lang="en-US" altLang="ru-RU" sz="4800" dirty="0">
                  <a:solidFill>
                    <a:srgbClr val="000000"/>
                  </a:solidFill>
                  <a:latin typeface="Arial" panose="020B0604020202020204" pitchFamily="34" charset="0"/>
                  <a:ea typeface="Microsoft YaHei" panose="020B0503020204020204" pitchFamily="34" charset="-122"/>
                </a:rPr>
                <a:t>+   </a:t>
              </a:r>
              <a:r>
                <a:rPr lang="ru-RU" altLang="ru-RU" sz="4800" dirty="0">
                  <a:solidFill>
                    <a:srgbClr val="000000"/>
                  </a:solidFill>
                  <a:latin typeface="Arial" panose="020B0604020202020204" pitchFamily="34" charset="0"/>
                  <a:ea typeface="Microsoft YaHei" panose="020B0503020204020204" pitchFamily="34" charset="-122"/>
                </a:rPr>
                <a:t>4520</a:t>
              </a:r>
              <a:r>
                <a:rPr lang="ru-RU" altLang="ru-RU" sz="4800" baseline="-25000" dirty="0">
                  <a:solidFill>
                    <a:srgbClr val="000000"/>
                  </a:solidFill>
                  <a:latin typeface="Arial" panose="020B0604020202020204" pitchFamily="34" charset="0"/>
                  <a:ea typeface="Microsoft YaHei" panose="020B0503020204020204" pitchFamily="34" charset="-122"/>
                </a:rPr>
                <a:t>8</a:t>
              </a:r>
            </a:p>
            <a:p>
              <a:pPr algn="r" eaLnBrk="1" hangingPunct="1">
                <a:spcBef>
                  <a:spcPct val="0"/>
                </a:spcBef>
                <a:buFontTx/>
                <a:buNone/>
              </a:pPr>
              <a:r>
                <a:rPr lang="ru-RU" altLang="ru-RU" sz="4800" baseline="-25000" dirty="0">
                  <a:solidFill>
                    <a:srgbClr val="000000"/>
                  </a:solidFill>
                  <a:latin typeface="Arial" panose="020B0604020202020204" pitchFamily="34" charset="0"/>
                  <a:ea typeface="Microsoft YaHei" panose="020B0503020204020204" pitchFamily="34" charset="-122"/>
                </a:rPr>
                <a:t>8</a:t>
              </a:r>
            </a:p>
            <a:p>
              <a:pPr algn="r" eaLnBrk="1" hangingPunct="1">
                <a:spcBef>
                  <a:spcPct val="0"/>
                </a:spcBef>
                <a:buFontTx/>
                <a:buNone/>
              </a:pPr>
              <a:endParaRPr lang="en-US" altLang="ru-RU" sz="4800" baseline="-25000" dirty="0">
                <a:solidFill>
                  <a:srgbClr val="000000"/>
                </a:solidFill>
                <a:latin typeface="Arial" panose="020B0604020202020204" pitchFamily="34" charset="0"/>
                <a:ea typeface="Microsoft YaHei" panose="020B0503020204020204" pitchFamily="34" charset="-122"/>
              </a:endParaRPr>
            </a:p>
          </p:txBody>
        </p:sp>
        <p:sp>
          <p:nvSpPr>
            <p:cNvPr id="6" name="Line 6"/>
            <p:cNvSpPr>
              <a:spLocks noChangeShapeType="1"/>
            </p:cNvSpPr>
            <p:nvPr/>
          </p:nvSpPr>
          <p:spPr bwMode="auto">
            <a:xfrm>
              <a:off x="657" y="1706"/>
              <a:ext cx="1833" cy="0"/>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 name="Group 4"/>
          <p:cNvGrpSpPr>
            <a:grpSpLocks/>
          </p:cNvGrpSpPr>
          <p:nvPr/>
        </p:nvGrpSpPr>
        <p:grpSpPr bwMode="auto">
          <a:xfrm>
            <a:off x="791509" y="3682907"/>
            <a:ext cx="3419475" cy="2482850"/>
            <a:chOff x="385" y="822"/>
            <a:chExt cx="1860" cy="1564"/>
          </a:xfrm>
        </p:grpSpPr>
        <p:sp>
          <p:nvSpPr>
            <p:cNvPr id="8" name="Rectangle 5"/>
            <p:cNvSpPr>
              <a:spLocks noChangeArrowheads="1"/>
            </p:cNvSpPr>
            <p:nvPr/>
          </p:nvSpPr>
          <p:spPr bwMode="auto">
            <a:xfrm>
              <a:off x="385" y="822"/>
              <a:ext cx="1860" cy="1564"/>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ru-RU" altLang="ru-RU" sz="4800">
                  <a:solidFill>
                    <a:srgbClr val="000000"/>
                  </a:solidFill>
                  <a:latin typeface="Arial" panose="020B0604020202020204" pitchFamily="34" charset="0"/>
                  <a:ea typeface="Microsoft YaHei" panose="020B0503020204020204" pitchFamily="34" charset="-122"/>
                </a:rPr>
                <a:t>3</a:t>
              </a:r>
              <a:r>
                <a:rPr lang="en-US" altLang="ru-RU" sz="4800">
                  <a:solidFill>
                    <a:srgbClr val="000000"/>
                  </a:solidFill>
                  <a:latin typeface="Arial" panose="020B0604020202020204" pitchFamily="34" charset="0"/>
                  <a:ea typeface="Microsoft YaHei" panose="020B0503020204020204" pitchFamily="34" charset="-122"/>
                </a:rPr>
                <a:t> 5 </a:t>
              </a:r>
              <a:r>
                <a:rPr lang="ru-RU" altLang="ru-RU" sz="4800">
                  <a:solidFill>
                    <a:srgbClr val="000000"/>
                  </a:solidFill>
                  <a:latin typeface="Arial" panose="020B0604020202020204" pitchFamily="34" charset="0"/>
                  <a:ea typeface="Microsoft YaHei" panose="020B0503020204020204" pitchFamily="34" charset="-122"/>
                </a:rPr>
                <a:t>3</a:t>
              </a:r>
              <a:r>
                <a:rPr lang="en-US" altLang="ru-RU" sz="4800" baseline="-25000">
                  <a:solidFill>
                    <a:srgbClr val="000000"/>
                  </a:solidFill>
                  <a:latin typeface="Arial" panose="020B0604020202020204" pitchFamily="34" charset="0"/>
                  <a:ea typeface="Microsoft YaHei" panose="020B0503020204020204" pitchFamily="34" charset="-122"/>
                </a:rPr>
                <a:t>8 </a:t>
              </a:r>
            </a:p>
            <a:p>
              <a:pPr algn="r" eaLnBrk="1" hangingPunct="1">
                <a:spcBef>
                  <a:spcPct val="0"/>
                </a:spcBef>
                <a:buFontTx/>
                <a:buNone/>
              </a:pPr>
              <a:r>
                <a:rPr lang="en-US" altLang="ru-RU" sz="4800">
                  <a:solidFill>
                    <a:srgbClr val="000000"/>
                  </a:solidFill>
                  <a:latin typeface="Arial" panose="020B0604020202020204" pitchFamily="34" charset="0"/>
                  <a:ea typeface="Microsoft YaHei" panose="020B0503020204020204" pitchFamily="34" charset="-122"/>
                </a:rPr>
                <a:t>+   </a:t>
              </a:r>
              <a:r>
                <a:rPr lang="ru-RU" altLang="ru-RU" sz="4800">
                  <a:solidFill>
                    <a:srgbClr val="000000"/>
                  </a:solidFill>
                  <a:latin typeface="Arial" panose="020B0604020202020204" pitchFamily="34" charset="0"/>
                  <a:ea typeface="Microsoft YaHei" panose="020B0503020204020204" pitchFamily="34" charset="-122"/>
                </a:rPr>
                <a:t>7</a:t>
              </a:r>
              <a:r>
                <a:rPr lang="en-US" altLang="ru-RU" sz="4800">
                  <a:solidFill>
                    <a:srgbClr val="000000"/>
                  </a:solidFill>
                  <a:latin typeface="Arial" panose="020B0604020202020204" pitchFamily="34" charset="0"/>
                  <a:ea typeface="Microsoft YaHei" panose="020B0503020204020204" pitchFamily="34" charset="-122"/>
                </a:rPr>
                <a:t> </a:t>
              </a:r>
              <a:r>
                <a:rPr lang="ru-RU" altLang="ru-RU" sz="4800">
                  <a:solidFill>
                    <a:srgbClr val="000000"/>
                  </a:solidFill>
                  <a:latin typeface="Arial" panose="020B0604020202020204" pitchFamily="34" charset="0"/>
                  <a:ea typeface="Microsoft YaHei" panose="020B0503020204020204" pitchFamily="34" charset="-122"/>
                </a:rPr>
                <a:t>3</a:t>
              </a:r>
              <a:r>
                <a:rPr lang="en-US" altLang="ru-RU" sz="4800">
                  <a:solidFill>
                    <a:srgbClr val="000000"/>
                  </a:solidFill>
                  <a:latin typeface="Arial" panose="020B0604020202020204" pitchFamily="34" charset="0"/>
                  <a:ea typeface="Microsoft YaHei" panose="020B0503020204020204" pitchFamily="34" charset="-122"/>
                </a:rPr>
                <a:t> </a:t>
              </a:r>
              <a:r>
                <a:rPr lang="ru-RU" altLang="ru-RU" sz="4800">
                  <a:solidFill>
                    <a:srgbClr val="000000"/>
                  </a:solidFill>
                  <a:latin typeface="Arial" panose="020B0604020202020204" pitchFamily="34" charset="0"/>
                  <a:ea typeface="Microsoft YaHei" panose="020B0503020204020204" pitchFamily="34" charset="-122"/>
                </a:rPr>
                <a:t>6</a:t>
              </a:r>
              <a:r>
                <a:rPr lang="en-US" altLang="ru-RU" sz="4800" baseline="-25000">
                  <a:solidFill>
                    <a:srgbClr val="000000"/>
                  </a:solidFill>
                  <a:latin typeface="Arial" panose="020B0604020202020204" pitchFamily="34" charset="0"/>
                  <a:ea typeface="Microsoft YaHei" panose="020B0503020204020204" pitchFamily="34" charset="-122"/>
                </a:rPr>
                <a:t>8 </a:t>
              </a:r>
            </a:p>
          </p:txBody>
        </p:sp>
        <p:sp>
          <p:nvSpPr>
            <p:cNvPr id="9" name="Line 6"/>
            <p:cNvSpPr>
              <a:spLocks noChangeShapeType="1"/>
            </p:cNvSpPr>
            <p:nvPr/>
          </p:nvSpPr>
          <p:spPr bwMode="auto">
            <a:xfrm>
              <a:off x="681" y="1843"/>
              <a:ext cx="1472" cy="0"/>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 name="Group 7"/>
          <p:cNvGrpSpPr>
            <a:grpSpLocks/>
          </p:cNvGrpSpPr>
          <p:nvPr/>
        </p:nvGrpSpPr>
        <p:grpSpPr bwMode="auto">
          <a:xfrm>
            <a:off x="1406526" y="714375"/>
            <a:ext cx="8435974" cy="2482850"/>
            <a:chOff x="3562" y="450"/>
            <a:chExt cx="5314" cy="1564"/>
          </a:xfrm>
        </p:grpSpPr>
        <p:sp>
          <p:nvSpPr>
            <p:cNvPr id="11" name="Rectangle 8"/>
            <p:cNvSpPr>
              <a:spLocks noChangeArrowheads="1"/>
            </p:cNvSpPr>
            <p:nvPr/>
          </p:nvSpPr>
          <p:spPr bwMode="auto">
            <a:xfrm>
              <a:off x="6993" y="450"/>
              <a:ext cx="1883" cy="1564"/>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ru-RU" altLang="ru-RU" sz="4800" dirty="0">
                  <a:solidFill>
                    <a:srgbClr val="000000"/>
                  </a:solidFill>
                  <a:latin typeface="Arial" panose="020B0604020202020204" pitchFamily="34" charset="0"/>
                  <a:ea typeface="Microsoft YaHei" panose="020B0503020204020204" pitchFamily="34" charset="-122"/>
                </a:rPr>
                <a:t>7</a:t>
              </a:r>
              <a:r>
                <a:rPr lang="en-US" altLang="ru-RU" sz="4800" dirty="0">
                  <a:solidFill>
                    <a:srgbClr val="000000"/>
                  </a:solidFill>
                  <a:latin typeface="Arial" panose="020B0604020202020204" pitchFamily="34" charset="0"/>
                  <a:ea typeface="Microsoft YaHei" panose="020B0503020204020204" pitchFamily="34" charset="-122"/>
                </a:rPr>
                <a:t> </a:t>
              </a:r>
              <a:r>
                <a:rPr lang="ru-RU" altLang="ru-RU" sz="4800" dirty="0">
                  <a:solidFill>
                    <a:srgbClr val="000000"/>
                  </a:solidFill>
                  <a:latin typeface="Arial" panose="020B0604020202020204" pitchFamily="34" charset="0"/>
                  <a:ea typeface="Microsoft YaHei" panose="020B0503020204020204" pitchFamily="34" charset="-122"/>
                </a:rPr>
                <a:t>2</a:t>
              </a:r>
              <a:r>
                <a:rPr lang="en-US" altLang="ru-RU" sz="4800" dirty="0">
                  <a:solidFill>
                    <a:srgbClr val="000000"/>
                  </a:solidFill>
                  <a:latin typeface="Arial" panose="020B0604020202020204" pitchFamily="34" charset="0"/>
                  <a:ea typeface="Microsoft YaHei" panose="020B0503020204020204" pitchFamily="34" charset="-122"/>
                </a:rPr>
                <a:t> </a:t>
              </a:r>
              <a:r>
                <a:rPr lang="ru-RU" altLang="ru-RU" sz="4800" dirty="0">
                  <a:solidFill>
                    <a:srgbClr val="000000"/>
                  </a:solidFill>
                  <a:latin typeface="Arial" panose="020B0604020202020204" pitchFamily="34" charset="0"/>
                  <a:ea typeface="Microsoft YaHei" panose="020B0503020204020204" pitchFamily="34" charset="-122"/>
                </a:rPr>
                <a:t>5</a:t>
              </a:r>
              <a:r>
                <a:rPr lang="en-US" altLang="ru-RU" sz="4800" baseline="-25000" dirty="0">
                  <a:solidFill>
                    <a:srgbClr val="000000"/>
                  </a:solidFill>
                  <a:latin typeface="Arial" panose="020B0604020202020204" pitchFamily="34" charset="0"/>
                  <a:ea typeface="Microsoft YaHei" panose="020B0503020204020204" pitchFamily="34" charset="-122"/>
                </a:rPr>
                <a:t>8 </a:t>
              </a:r>
            </a:p>
            <a:p>
              <a:pPr algn="r" eaLnBrk="1" hangingPunct="1">
                <a:spcBef>
                  <a:spcPct val="0"/>
                </a:spcBef>
                <a:buFontTx/>
                <a:buNone/>
              </a:pPr>
              <a:r>
                <a:rPr lang="ru-RU" altLang="ru-RU" sz="4800" dirty="0">
                  <a:solidFill>
                    <a:srgbClr val="000000"/>
                  </a:solidFill>
                  <a:latin typeface="Arial" panose="020B0604020202020204" pitchFamily="34" charset="0"/>
                  <a:ea typeface="Microsoft YaHei" panose="020B0503020204020204" pitchFamily="34" charset="-122"/>
                </a:rPr>
                <a:t>–</a:t>
              </a:r>
              <a:r>
                <a:rPr lang="en-US" altLang="ru-RU" sz="4800" dirty="0">
                  <a:solidFill>
                    <a:srgbClr val="000000"/>
                  </a:solidFill>
                  <a:latin typeface="Arial" panose="020B0604020202020204" pitchFamily="34" charset="0"/>
                  <a:ea typeface="Microsoft YaHei" panose="020B0503020204020204" pitchFamily="34" charset="-122"/>
                </a:rPr>
                <a:t> </a:t>
              </a:r>
              <a:r>
                <a:rPr lang="ru-RU" altLang="ru-RU" sz="4800" dirty="0">
                  <a:solidFill>
                    <a:srgbClr val="000000"/>
                  </a:solidFill>
                  <a:latin typeface="Arial" panose="020B0604020202020204" pitchFamily="34" charset="0"/>
                  <a:ea typeface="Microsoft YaHei" panose="020B0503020204020204" pitchFamily="34" charset="-122"/>
                </a:rPr>
                <a:t> </a:t>
              </a:r>
              <a:r>
                <a:rPr lang="en-US" altLang="ru-RU" sz="4800" dirty="0">
                  <a:solidFill>
                    <a:srgbClr val="000000"/>
                  </a:solidFill>
                  <a:latin typeface="Arial" panose="020B0604020202020204" pitchFamily="34" charset="0"/>
                  <a:ea typeface="Microsoft YaHei" panose="020B0503020204020204" pitchFamily="34" charset="-122"/>
                </a:rPr>
                <a:t>  </a:t>
              </a:r>
              <a:r>
                <a:rPr lang="ru-RU" altLang="ru-RU" sz="4800" dirty="0">
                  <a:solidFill>
                    <a:srgbClr val="000000"/>
                  </a:solidFill>
                  <a:latin typeface="Arial" panose="020B0604020202020204" pitchFamily="34" charset="0"/>
                  <a:ea typeface="Microsoft YaHei" panose="020B0503020204020204" pitchFamily="34" charset="-122"/>
                </a:rPr>
                <a:t>3</a:t>
              </a:r>
              <a:r>
                <a:rPr lang="en-US" altLang="ru-RU" sz="4800" dirty="0">
                  <a:solidFill>
                    <a:srgbClr val="000000"/>
                  </a:solidFill>
                  <a:latin typeface="Arial" panose="020B0604020202020204" pitchFamily="34" charset="0"/>
                  <a:ea typeface="Microsoft YaHei" panose="020B0503020204020204" pitchFamily="34" charset="-122"/>
                </a:rPr>
                <a:t> </a:t>
              </a:r>
              <a:r>
                <a:rPr lang="ru-RU" altLang="ru-RU" sz="4800" dirty="0">
                  <a:solidFill>
                    <a:srgbClr val="000000"/>
                  </a:solidFill>
                  <a:latin typeface="Arial" panose="020B0604020202020204" pitchFamily="34" charset="0"/>
                  <a:ea typeface="Microsoft YaHei" panose="020B0503020204020204" pitchFamily="34" charset="-122"/>
                </a:rPr>
                <a:t>7</a:t>
              </a:r>
              <a:r>
                <a:rPr lang="en-US" altLang="ru-RU" sz="4800" dirty="0">
                  <a:solidFill>
                    <a:srgbClr val="000000"/>
                  </a:solidFill>
                  <a:latin typeface="Arial" panose="020B0604020202020204" pitchFamily="34" charset="0"/>
                  <a:ea typeface="Microsoft YaHei" panose="020B0503020204020204" pitchFamily="34" charset="-122"/>
                </a:rPr>
                <a:t> </a:t>
              </a:r>
              <a:r>
                <a:rPr lang="ru-RU" altLang="ru-RU" sz="4800" dirty="0">
                  <a:solidFill>
                    <a:srgbClr val="000000"/>
                  </a:solidFill>
                  <a:latin typeface="Arial" panose="020B0604020202020204" pitchFamily="34" charset="0"/>
                  <a:ea typeface="Microsoft YaHei" panose="020B0503020204020204" pitchFamily="34" charset="-122"/>
                </a:rPr>
                <a:t>4</a:t>
              </a:r>
              <a:r>
                <a:rPr lang="en-US" altLang="ru-RU" sz="4800" baseline="-25000" dirty="0">
                  <a:solidFill>
                    <a:srgbClr val="000000"/>
                  </a:solidFill>
                  <a:latin typeface="Arial" panose="020B0604020202020204" pitchFamily="34" charset="0"/>
                  <a:ea typeface="Microsoft YaHei" panose="020B0503020204020204" pitchFamily="34" charset="-122"/>
                </a:rPr>
                <a:t>8 </a:t>
              </a:r>
            </a:p>
          </p:txBody>
        </p:sp>
        <p:sp>
          <p:nvSpPr>
            <p:cNvPr id="12" name="Line 9"/>
            <p:cNvSpPr>
              <a:spLocks noChangeShapeType="1"/>
            </p:cNvSpPr>
            <p:nvPr/>
          </p:nvSpPr>
          <p:spPr bwMode="auto">
            <a:xfrm>
              <a:off x="3562" y="1775"/>
              <a:ext cx="1472" cy="0"/>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 name="Group 7"/>
          <p:cNvGrpSpPr>
            <a:grpSpLocks/>
          </p:cNvGrpSpPr>
          <p:nvPr/>
        </p:nvGrpSpPr>
        <p:grpSpPr bwMode="auto">
          <a:xfrm>
            <a:off x="6853238" y="3679546"/>
            <a:ext cx="2989262" cy="2482850"/>
            <a:chOff x="3243" y="754"/>
            <a:chExt cx="1883" cy="1564"/>
          </a:xfrm>
        </p:grpSpPr>
        <p:sp>
          <p:nvSpPr>
            <p:cNvPr id="14" name="Rectangle 8"/>
            <p:cNvSpPr>
              <a:spLocks noChangeArrowheads="1"/>
            </p:cNvSpPr>
            <p:nvPr/>
          </p:nvSpPr>
          <p:spPr bwMode="auto">
            <a:xfrm>
              <a:off x="3243" y="754"/>
              <a:ext cx="1883" cy="1564"/>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ru-RU" altLang="ru-RU" sz="4800" dirty="0">
                  <a:solidFill>
                    <a:srgbClr val="000000"/>
                  </a:solidFill>
                  <a:latin typeface="Arial" panose="020B0604020202020204" pitchFamily="34" charset="0"/>
                  <a:ea typeface="Microsoft YaHei" panose="020B0503020204020204" pitchFamily="34" charset="-122"/>
                </a:rPr>
                <a:t>1 1</a:t>
              </a:r>
              <a:r>
                <a:rPr lang="en-US" altLang="ru-RU" sz="4800" dirty="0">
                  <a:solidFill>
                    <a:srgbClr val="000000"/>
                  </a:solidFill>
                  <a:latin typeface="Arial" panose="020B0604020202020204" pitchFamily="34" charset="0"/>
                  <a:ea typeface="Microsoft YaHei" panose="020B0503020204020204" pitchFamily="34" charset="-122"/>
                </a:rPr>
                <a:t> 5 </a:t>
              </a:r>
              <a:r>
                <a:rPr lang="ru-RU" altLang="ru-RU" sz="4800" dirty="0">
                  <a:solidFill>
                    <a:srgbClr val="000000"/>
                  </a:solidFill>
                  <a:latin typeface="Arial" panose="020B0604020202020204" pitchFamily="34" charset="0"/>
                  <a:ea typeface="Microsoft YaHei" panose="020B0503020204020204" pitchFamily="34" charset="-122"/>
                </a:rPr>
                <a:t>6</a:t>
              </a:r>
              <a:r>
                <a:rPr lang="en-US" altLang="ru-RU" sz="4800" baseline="-25000" dirty="0">
                  <a:solidFill>
                    <a:srgbClr val="000000"/>
                  </a:solidFill>
                  <a:latin typeface="Arial" panose="020B0604020202020204" pitchFamily="34" charset="0"/>
                  <a:ea typeface="Microsoft YaHei" panose="020B0503020204020204" pitchFamily="34" charset="-122"/>
                </a:rPr>
                <a:t>8 </a:t>
              </a:r>
            </a:p>
            <a:p>
              <a:pPr algn="r" eaLnBrk="1" hangingPunct="1">
                <a:spcBef>
                  <a:spcPct val="0"/>
                </a:spcBef>
                <a:buFontTx/>
                <a:buNone/>
              </a:pPr>
              <a:r>
                <a:rPr lang="ru-RU" altLang="ru-RU" sz="4800" dirty="0">
                  <a:solidFill>
                    <a:srgbClr val="000000"/>
                  </a:solidFill>
                  <a:latin typeface="Arial" panose="020B0604020202020204" pitchFamily="34" charset="0"/>
                  <a:ea typeface="Microsoft YaHei" panose="020B0503020204020204" pitchFamily="34" charset="-122"/>
                </a:rPr>
                <a:t>–</a:t>
              </a:r>
              <a:r>
                <a:rPr lang="en-US" altLang="ru-RU" sz="4800" dirty="0">
                  <a:solidFill>
                    <a:srgbClr val="000000"/>
                  </a:solidFill>
                  <a:latin typeface="Arial" panose="020B0604020202020204" pitchFamily="34" charset="0"/>
                  <a:ea typeface="Microsoft YaHei" panose="020B0503020204020204" pitchFamily="34" charset="-122"/>
                </a:rPr>
                <a:t> </a:t>
              </a:r>
              <a:r>
                <a:rPr lang="ru-RU" altLang="ru-RU" sz="4800" dirty="0">
                  <a:solidFill>
                    <a:srgbClr val="000000"/>
                  </a:solidFill>
                  <a:latin typeface="Arial" panose="020B0604020202020204" pitchFamily="34" charset="0"/>
                  <a:ea typeface="Microsoft YaHei" panose="020B0503020204020204" pitchFamily="34" charset="-122"/>
                </a:rPr>
                <a:t> </a:t>
              </a:r>
              <a:r>
                <a:rPr lang="en-US" altLang="ru-RU" sz="4800" dirty="0">
                  <a:solidFill>
                    <a:srgbClr val="000000"/>
                  </a:solidFill>
                  <a:latin typeface="Arial" panose="020B0604020202020204" pitchFamily="34" charset="0"/>
                  <a:ea typeface="Microsoft YaHei" panose="020B0503020204020204" pitchFamily="34" charset="-122"/>
                </a:rPr>
                <a:t>  </a:t>
              </a:r>
              <a:r>
                <a:rPr lang="ru-RU" altLang="ru-RU" sz="4800" dirty="0">
                  <a:solidFill>
                    <a:srgbClr val="000000"/>
                  </a:solidFill>
                  <a:latin typeface="Arial" panose="020B0604020202020204" pitchFamily="34" charset="0"/>
                  <a:ea typeface="Microsoft YaHei" panose="020B0503020204020204" pitchFamily="34" charset="-122"/>
                </a:rPr>
                <a:t>6</a:t>
              </a:r>
              <a:r>
                <a:rPr lang="en-US" altLang="ru-RU" sz="4800" dirty="0">
                  <a:solidFill>
                    <a:srgbClr val="000000"/>
                  </a:solidFill>
                  <a:latin typeface="Arial" panose="020B0604020202020204" pitchFamily="34" charset="0"/>
                  <a:ea typeface="Microsoft YaHei" panose="020B0503020204020204" pitchFamily="34" charset="-122"/>
                </a:rPr>
                <a:t> </a:t>
              </a:r>
              <a:r>
                <a:rPr lang="ru-RU" altLang="ru-RU" sz="4800" dirty="0">
                  <a:solidFill>
                    <a:srgbClr val="000000"/>
                  </a:solidFill>
                  <a:latin typeface="Arial" panose="020B0604020202020204" pitchFamily="34" charset="0"/>
                  <a:ea typeface="Microsoft YaHei" panose="020B0503020204020204" pitchFamily="34" charset="-122"/>
                </a:rPr>
                <a:t>6</a:t>
              </a:r>
              <a:r>
                <a:rPr lang="en-US" altLang="ru-RU" sz="4800" dirty="0">
                  <a:solidFill>
                    <a:srgbClr val="000000"/>
                  </a:solidFill>
                  <a:latin typeface="Arial" panose="020B0604020202020204" pitchFamily="34" charset="0"/>
                  <a:ea typeface="Microsoft YaHei" panose="020B0503020204020204" pitchFamily="34" charset="-122"/>
                </a:rPr>
                <a:t> </a:t>
              </a:r>
              <a:r>
                <a:rPr lang="ru-RU" altLang="ru-RU" sz="4800" dirty="0">
                  <a:solidFill>
                    <a:srgbClr val="000000"/>
                  </a:solidFill>
                  <a:latin typeface="Arial" panose="020B0604020202020204" pitchFamily="34" charset="0"/>
                  <a:ea typeface="Microsoft YaHei" panose="020B0503020204020204" pitchFamily="34" charset="-122"/>
                </a:rPr>
                <a:t>2</a:t>
              </a:r>
              <a:r>
                <a:rPr lang="en-US" altLang="ru-RU" sz="4800" baseline="-25000" dirty="0">
                  <a:solidFill>
                    <a:srgbClr val="000000"/>
                  </a:solidFill>
                  <a:latin typeface="Arial" panose="020B0604020202020204" pitchFamily="34" charset="0"/>
                  <a:ea typeface="Microsoft YaHei" panose="020B0503020204020204" pitchFamily="34" charset="-122"/>
                </a:rPr>
                <a:t>8 </a:t>
              </a:r>
            </a:p>
          </p:txBody>
        </p:sp>
        <p:sp>
          <p:nvSpPr>
            <p:cNvPr id="15" name="Line 9"/>
            <p:cNvSpPr>
              <a:spLocks noChangeShapeType="1"/>
            </p:cNvSpPr>
            <p:nvPr/>
          </p:nvSpPr>
          <p:spPr bwMode="auto">
            <a:xfrm>
              <a:off x="3562" y="1775"/>
              <a:ext cx="1472" cy="0"/>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3207719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additive="repl">
                                        <p:cTn id="6" dur="1" fill="hold">
                                          <p:stCondLst>
                                            <p:cond delay="0"/>
                                          </p:stCondLst>
                                        </p:cTn>
                                        <p:tgtEl>
                                          <p:spTgt spid="10"/>
                                        </p:tgtEl>
                                        <p:attrNameLst>
                                          <p:attrName>style.visibility</p:attrName>
                                        </p:attrNameLst>
                                      </p:cBhvr>
                                      <p:to>
                                        <p:strVal val="visible"/>
                                      </p:to>
                                    </p:set>
                                    <p:animEffect transition="in" filter="dissolve">
                                      <p:cBhvr additive="repl">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fill="hold" nodeType="clickEffect">
                                  <p:stCondLst>
                                    <p:cond delay="0"/>
                                  </p:stCondLst>
                                  <p:childTnLst>
                                    <p:set>
                                      <p:cBhvr additive="repl">
                                        <p:cTn id="11" dur="1" fill="hold">
                                          <p:stCondLst>
                                            <p:cond delay="0"/>
                                          </p:stCondLst>
                                        </p:cTn>
                                        <p:tgtEl>
                                          <p:spTgt spid="13"/>
                                        </p:tgtEl>
                                        <p:attrNameLst>
                                          <p:attrName>style.visibility</p:attrName>
                                        </p:attrNameLst>
                                      </p:cBhvr>
                                      <p:to>
                                        <p:strVal val="visible"/>
                                      </p:to>
                                    </p:set>
                                    <p:animEffect transition="in" filter="dissolve">
                                      <p:cBhvr additive="repl">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7" descr="http://www.kbsu.ru/~book/theory/chapter4/0015.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766266" y="1900517"/>
            <a:ext cx="8012256" cy="45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Прямоугольник 4"/>
          <p:cNvSpPr/>
          <p:nvPr/>
        </p:nvSpPr>
        <p:spPr>
          <a:xfrm>
            <a:off x="2000221" y="716287"/>
            <a:ext cx="8778301" cy="523220"/>
          </a:xfrm>
          <a:prstGeom prst="rect">
            <a:avLst/>
          </a:prstGeom>
        </p:spPr>
        <p:txBody>
          <a:bodyPr wrap="none">
            <a:spAutoFit/>
          </a:bodyPr>
          <a:lstStyle/>
          <a:p>
            <a:r>
              <a:rPr lang="en-US" sz="2800" b="1" dirty="0" smtClean="0">
                <a:latin typeface="Times New Roman" panose="02020603050405020304" pitchFamily="18" charset="0"/>
                <a:cs typeface="Times New Roman" panose="02020603050405020304" pitchFamily="18" charset="0"/>
              </a:rPr>
              <a:t>The addition operation in </a:t>
            </a:r>
            <a:r>
              <a:rPr lang="en-US" sz="2800" b="1" dirty="0" smtClean="0">
                <a:solidFill>
                  <a:srgbClr val="000000"/>
                </a:solidFill>
                <a:latin typeface="Times New Roman" panose="02020603050405020304" pitchFamily="18" charset="0"/>
                <a:ea typeface="Petrona Bold" pitchFamily="34" charset="-122"/>
                <a:cs typeface="Times New Roman" panose="02020603050405020304" pitchFamily="18" charset="0"/>
              </a:rPr>
              <a:t>hexadecimal</a:t>
            </a:r>
            <a:r>
              <a:rPr lang="en-US" sz="2800" b="1" dirty="0" smtClean="0">
                <a:latin typeface="Times New Roman" panose="02020603050405020304" pitchFamily="18" charset="0"/>
                <a:cs typeface="Times New Roman" panose="02020603050405020304" pitchFamily="18" charset="0"/>
              </a:rPr>
              <a:t> number system</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8951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5"/>
          <p:cNvSpPr>
            <a:spLocks noChangeArrowheads="1"/>
          </p:cNvSpPr>
          <p:nvPr/>
        </p:nvSpPr>
        <p:spPr bwMode="auto">
          <a:xfrm>
            <a:off x="2728913" y="1666035"/>
            <a:ext cx="2700337" cy="2052637"/>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en-US" altLang="ru-RU" sz="4000" dirty="0">
                <a:solidFill>
                  <a:srgbClr val="000000"/>
                </a:solidFill>
                <a:latin typeface="Arial" panose="020B0604020202020204" pitchFamily="34" charset="0"/>
                <a:ea typeface="Microsoft YaHei" panose="020B0503020204020204" pitchFamily="34" charset="-122"/>
              </a:rPr>
              <a:t>A 5 B</a:t>
            </a:r>
            <a:r>
              <a:rPr lang="en-US" altLang="ru-RU" sz="4000" baseline="-25000" dirty="0">
                <a:solidFill>
                  <a:srgbClr val="000000"/>
                </a:solidFill>
                <a:latin typeface="Arial" panose="020B0604020202020204" pitchFamily="34" charset="0"/>
                <a:ea typeface="Microsoft YaHei" panose="020B0503020204020204" pitchFamily="34" charset="-122"/>
              </a:rPr>
              <a:t>16</a:t>
            </a:r>
          </a:p>
          <a:p>
            <a:pPr algn="r" eaLnBrk="1" hangingPunct="1">
              <a:spcBef>
                <a:spcPct val="0"/>
              </a:spcBef>
              <a:buFontTx/>
              <a:buNone/>
            </a:pPr>
            <a:r>
              <a:rPr lang="en-US" altLang="ru-RU" sz="4000" dirty="0">
                <a:solidFill>
                  <a:srgbClr val="000000"/>
                </a:solidFill>
                <a:latin typeface="Arial" panose="020B0604020202020204" pitchFamily="34" charset="0"/>
                <a:ea typeface="Microsoft YaHei" panose="020B0503020204020204" pitchFamily="34" charset="-122"/>
              </a:rPr>
              <a:t>+   C 7 E</a:t>
            </a:r>
            <a:r>
              <a:rPr lang="en-US" altLang="ru-RU" sz="4000" baseline="-25000" dirty="0">
                <a:solidFill>
                  <a:srgbClr val="000000"/>
                </a:solidFill>
                <a:latin typeface="Arial" panose="020B0604020202020204" pitchFamily="34" charset="0"/>
                <a:ea typeface="Microsoft YaHei" panose="020B0503020204020204" pitchFamily="34" charset="-122"/>
              </a:rPr>
              <a:t>16</a:t>
            </a:r>
          </a:p>
          <a:p>
            <a:pPr algn="r" eaLnBrk="1" hangingPunct="1">
              <a:spcBef>
                <a:spcPct val="0"/>
              </a:spcBef>
              <a:buFontTx/>
              <a:buNone/>
            </a:pPr>
            <a:endParaRPr lang="en-US" altLang="ru-RU" sz="4000" baseline="-25000" dirty="0">
              <a:solidFill>
                <a:srgbClr val="000000"/>
              </a:solidFill>
              <a:latin typeface="Arial" panose="020B0604020202020204" pitchFamily="34" charset="0"/>
              <a:ea typeface="Microsoft YaHei" panose="020B0503020204020204" pitchFamily="34" charset="-122"/>
            </a:endParaRPr>
          </a:p>
        </p:txBody>
      </p:sp>
      <p:sp>
        <p:nvSpPr>
          <p:cNvPr id="19" name="Rectangle 6"/>
          <p:cNvSpPr>
            <a:spLocks noChangeArrowheads="1"/>
          </p:cNvSpPr>
          <p:nvPr/>
        </p:nvSpPr>
        <p:spPr bwMode="auto">
          <a:xfrm>
            <a:off x="7589838" y="1126285"/>
            <a:ext cx="392112"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C0504D"/>
                </a:solidFill>
                <a:latin typeface="Symbol" panose="05050102010706020507" pitchFamily="18" charset="2"/>
                <a:ea typeface="Microsoft YaHei" panose="020B0503020204020204" pitchFamily="34" charset="-122"/>
              </a:rPr>
              <a:t></a:t>
            </a:r>
          </a:p>
        </p:txBody>
      </p:sp>
      <p:sp>
        <p:nvSpPr>
          <p:cNvPr id="20" name="Rectangle 7"/>
          <p:cNvSpPr>
            <a:spLocks noChangeArrowheads="1"/>
          </p:cNvSpPr>
          <p:nvPr/>
        </p:nvSpPr>
        <p:spPr bwMode="auto">
          <a:xfrm>
            <a:off x="3225800" y="2961435"/>
            <a:ext cx="21431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en-US" altLang="ru-RU" sz="4000">
                <a:solidFill>
                  <a:srgbClr val="000000"/>
                </a:solidFill>
                <a:latin typeface="Arial" panose="020B0604020202020204" pitchFamily="34" charset="0"/>
                <a:ea typeface="Microsoft YaHei" panose="020B0503020204020204" pitchFamily="34" charset="-122"/>
              </a:rPr>
              <a:t>1 6 D 9</a:t>
            </a:r>
            <a:r>
              <a:rPr lang="en-US" altLang="ru-RU" sz="4000" baseline="-25000">
                <a:solidFill>
                  <a:srgbClr val="000000"/>
                </a:solidFill>
                <a:latin typeface="Arial" panose="020B0604020202020204" pitchFamily="34" charset="0"/>
                <a:ea typeface="Microsoft YaHei" panose="020B0503020204020204" pitchFamily="34" charset="-122"/>
              </a:rPr>
              <a:t>16</a:t>
            </a:r>
          </a:p>
        </p:txBody>
      </p:sp>
      <p:sp>
        <p:nvSpPr>
          <p:cNvPr id="21" name="Line 8"/>
          <p:cNvSpPr>
            <a:spLocks noChangeShapeType="1"/>
          </p:cNvSpPr>
          <p:nvPr/>
        </p:nvSpPr>
        <p:spPr bwMode="auto">
          <a:xfrm>
            <a:off x="3376613" y="2997947"/>
            <a:ext cx="1979612" cy="1588"/>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2" name="Rectangle 9"/>
          <p:cNvSpPr>
            <a:spLocks noChangeArrowheads="1"/>
          </p:cNvSpPr>
          <p:nvPr/>
        </p:nvSpPr>
        <p:spPr bwMode="auto">
          <a:xfrm>
            <a:off x="6005513" y="1666035"/>
            <a:ext cx="2879725" cy="2052637"/>
          </a:xfrm>
          <a:prstGeom prst="rect">
            <a:avLst/>
          </a:prstGeom>
          <a:solidFill>
            <a:srgbClr val="DDDDDD"/>
          </a:solidFill>
          <a:ln>
            <a:noFill/>
          </a:ln>
          <a:effectLst>
            <a:outerShdw dist="53966" dir="2700000" algn="ctr" rotWithShape="0">
              <a:srgbClr val="1F497D"/>
            </a:outerShdw>
          </a:effectLst>
          <a:extLs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en-US" altLang="ru-RU" sz="4000" b="1">
                <a:solidFill>
                  <a:srgbClr val="FF0000"/>
                </a:solidFill>
                <a:latin typeface="Arial" panose="020B0604020202020204" pitchFamily="34" charset="0"/>
                <a:ea typeface="Microsoft YaHei" panose="020B0503020204020204" pitchFamily="34" charset="-122"/>
              </a:rPr>
              <a:t>10</a:t>
            </a:r>
            <a:r>
              <a:rPr lang="en-US" altLang="ru-RU" sz="4000">
                <a:solidFill>
                  <a:srgbClr val="FF0000"/>
                </a:solidFill>
                <a:latin typeface="Arial" panose="020B0604020202020204" pitchFamily="34" charset="0"/>
                <a:ea typeface="Microsoft YaHei" panose="020B0503020204020204" pitchFamily="34" charset="-122"/>
              </a:rPr>
              <a:t> </a:t>
            </a:r>
            <a:r>
              <a:rPr lang="en-US" altLang="ru-RU" sz="4000">
                <a:solidFill>
                  <a:srgbClr val="000000"/>
                </a:solidFill>
                <a:latin typeface="Arial" panose="020B0604020202020204" pitchFamily="34" charset="0"/>
                <a:ea typeface="Microsoft YaHei" panose="020B0503020204020204" pitchFamily="34" charset="-122"/>
              </a:rPr>
              <a:t> 5  </a:t>
            </a:r>
            <a:r>
              <a:rPr lang="en-US" altLang="ru-RU" sz="4000" b="1">
                <a:solidFill>
                  <a:srgbClr val="FF0000"/>
                </a:solidFill>
                <a:latin typeface="Arial" panose="020B0604020202020204" pitchFamily="34" charset="0"/>
                <a:ea typeface="Microsoft YaHei" panose="020B0503020204020204" pitchFamily="34" charset="-122"/>
              </a:rPr>
              <a:t>11</a:t>
            </a:r>
          </a:p>
          <a:p>
            <a:pPr algn="r" eaLnBrk="1" hangingPunct="1">
              <a:spcBef>
                <a:spcPct val="0"/>
              </a:spcBef>
              <a:buFontTx/>
              <a:buNone/>
            </a:pPr>
            <a:r>
              <a:rPr lang="en-US" altLang="ru-RU" sz="4000">
                <a:solidFill>
                  <a:srgbClr val="000000"/>
                </a:solidFill>
                <a:latin typeface="Arial" panose="020B0604020202020204" pitchFamily="34" charset="0"/>
                <a:ea typeface="Microsoft YaHei" panose="020B0503020204020204" pitchFamily="34" charset="-122"/>
              </a:rPr>
              <a:t>+</a:t>
            </a:r>
            <a:r>
              <a:rPr lang="ru-RU" altLang="ru-RU" sz="4000">
                <a:solidFill>
                  <a:srgbClr val="000000"/>
                </a:solidFill>
                <a:latin typeface="Arial" panose="020B0604020202020204" pitchFamily="34" charset="0"/>
                <a:ea typeface="Microsoft YaHei" panose="020B0503020204020204" pitchFamily="34" charset="-122"/>
              </a:rPr>
              <a:t> </a:t>
            </a:r>
            <a:r>
              <a:rPr lang="en-US" altLang="ru-RU" sz="4000">
                <a:solidFill>
                  <a:srgbClr val="000000"/>
                </a:solidFill>
                <a:latin typeface="Arial" panose="020B0604020202020204" pitchFamily="34" charset="0"/>
                <a:ea typeface="Microsoft YaHei" panose="020B0503020204020204" pitchFamily="34" charset="-122"/>
              </a:rPr>
              <a:t> </a:t>
            </a:r>
            <a:r>
              <a:rPr lang="en-US" altLang="ru-RU" sz="4000" b="1">
                <a:solidFill>
                  <a:srgbClr val="FF0000"/>
                </a:solidFill>
                <a:latin typeface="Arial" panose="020B0604020202020204" pitchFamily="34" charset="0"/>
                <a:ea typeface="Microsoft YaHei" panose="020B0503020204020204" pitchFamily="34" charset="-122"/>
              </a:rPr>
              <a:t>12</a:t>
            </a:r>
            <a:r>
              <a:rPr lang="en-US" altLang="ru-RU" sz="4000">
                <a:solidFill>
                  <a:srgbClr val="000000"/>
                </a:solidFill>
                <a:latin typeface="Arial" panose="020B0604020202020204" pitchFamily="34" charset="0"/>
                <a:ea typeface="Microsoft YaHei" panose="020B0503020204020204" pitchFamily="34" charset="-122"/>
              </a:rPr>
              <a:t>  7  </a:t>
            </a:r>
            <a:r>
              <a:rPr lang="en-US" altLang="ru-RU" sz="4000" b="1">
                <a:solidFill>
                  <a:srgbClr val="FF0000"/>
                </a:solidFill>
                <a:latin typeface="Arial" panose="020B0604020202020204" pitchFamily="34" charset="0"/>
                <a:ea typeface="Microsoft YaHei" panose="020B0503020204020204" pitchFamily="34" charset="-122"/>
              </a:rPr>
              <a:t>14</a:t>
            </a:r>
          </a:p>
          <a:p>
            <a:pPr algn="r" eaLnBrk="1" hangingPunct="1">
              <a:spcBef>
                <a:spcPts val="500"/>
              </a:spcBef>
              <a:buFontTx/>
              <a:buNone/>
            </a:pPr>
            <a:endParaRPr lang="en-US" altLang="ru-RU" sz="4000" b="1">
              <a:solidFill>
                <a:srgbClr val="FF0000"/>
              </a:solidFill>
              <a:latin typeface="Arial" panose="020B0604020202020204" pitchFamily="34" charset="0"/>
              <a:ea typeface="Microsoft YaHei" panose="020B0503020204020204" pitchFamily="34" charset="-122"/>
            </a:endParaRPr>
          </a:p>
        </p:txBody>
      </p:sp>
      <p:sp>
        <p:nvSpPr>
          <p:cNvPr id="23" name="Line 10"/>
          <p:cNvSpPr>
            <a:spLocks noChangeShapeType="1"/>
          </p:cNvSpPr>
          <p:nvPr/>
        </p:nvSpPr>
        <p:spPr bwMode="auto">
          <a:xfrm>
            <a:off x="6508750" y="2961435"/>
            <a:ext cx="2303463" cy="1587"/>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4" name="Rectangle 11"/>
          <p:cNvSpPr>
            <a:spLocks noChangeArrowheads="1"/>
          </p:cNvSpPr>
          <p:nvPr/>
        </p:nvSpPr>
        <p:spPr bwMode="auto">
          <a:xfrm>
            <a:off x="4024313" y="4582272"/>
            <a:ext cx="4860925"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ts val="800"/>
              </a:spcBef>
              <a:buFontTx/>
              <a:buNone/>
            </a:pPr>
            <a:r>
              <a:rPr lang="en-US" altLang="ru-RU">
                <a:solidFill>
                  <a:srgbClr val="000000"/>
                </a:solidFill>
                <a:latin typeface="Arial" panose="020B0604020202020204" pitchFamily="34" charset="0"/>
                <a:ea typeface="Microsoft YaHei" panose="020B0503020204020204" pitchFamily="34" charset="-122"/>
              </a:rPr>
              <a:t>11+14=25=</a:t>
            </a:r>
            <a:r>
              <a:rPr lang="en-US" altLang="ru-RU" b="1">
                <a:solidFill>
                  <a:srgbClr val="C0504D"/>
                </a:solidFill>
                <a:latin typeface="Arial" panose="020B0604020202020204" pitchFamily="34" charset="0"/>
                <a:ea typeface="Microsoft YaHei" panose="020B0503020204020204" pitchFamily="34" charset="-122"/>
              </a:rPr>
              <a:t>16</a:t>
            </a:r>
            <a:r>
              <a:rPr lang="en-US" altLang="ru-RU">
                <a:solidFill>
                  <a:srgbClr val="000000"/>
                </a:solidFill>
                <a:latin typeface="Arial" panose="020B0604020202020204" pitchFamily="34" charset="0"/>
                <a:ea typeface="Microsoft YaHei" panose="020B0503020204020204" pitchFamily="34" charset="-122"/>
              </a:rPr>
              <a:t>+9</a:t>
            </a:r>
          </a:p>
          <a:p>
            <a:pPr eaLnBrk="1" hangingPunct="1">
              <a:spcBef>
                <a:spcPts val="800"/>
              </a:spcBef>
              <a:buFontTx/>
              <a:buNone/>
            </a:pPr>
            <a:r>
              <a:rPr lang="ru-RU" altLang="ru-RU">
                <a:solidFill>
                  <a:srgbClr val="000000"/>
                </a:solidFill>
                <a:latin typeface="Arial" panose="020B0604020202020204" pitchFamily="34" charset="0"/>
                <a:ea typeface="Microsoft YaHei" panose="020B0503020204020204" pitchFamily="34" charset="-122"/>
              </a:rPr>
              <a:t>5+7+</a:t>
            </a:r>
            <a:r>
              <a:rPr lang="ru-RU" altLang="ru-RU" b="1">
                <a:solidFill>
                  <a:srgbClr val="C0504D"/>
                </a:solidFill>
                <a:latin typeface="Arial" panose="020B0604020202020204" pitchFamily="34" charset="0"/>
                <a:ea typeface="Microsoft YaHei" panose="020B0503020204020204" pitchFamily="34" charset="-122"/>
              </a:rPr>
              <a:t>1</a:t>
            </a:r>
            <a:r>
              <a:rPr lang="ru-RU" altLang="ru-RU">
                <a:solidFill>
                  <a:srgbClr val="000000"/>
                </a:solidFill>
                <a:latin typeface="Arial" panose="020B0604020202020204" pitchFamily="34" charset="0"/>
                <a:ea typeface="Microsoft YaHei" panose="020B0503020204020204" pitchFamily="34" charset="-122"/>
              </a:rPr>
              <a:t>=</a:t>
            </a:r>
            <a:r>
              <a:rPr lang="ru-RU" altLang="ru-RU" b="1">
                <a:solidFill>
                  <a:srgbClr val="FF0000"/>
                </a:solidFill>
                <a:latin typeface="Arial" panose="020B0604020202020204" pitchFamily="34" charset="0"/>
                <a:ea typeface="Microsoft YaHei" panose="020B0503020204020204" pitchFamily="34" charset="-122"/>
              </a:rPr>
              <a:t>13</a:t>
            </a:r>
            <a:r>
              <a:rPr lang="ru-RU" altLang="ru-RU">
                <a:solidFill>
                  <a:srgbClr val="000000"/>
                </a:solidFill>
                <a:latin typeface="Arial" panose="020B0604020202020204" pitchFamily="34" charset="0"/>
                <a:ea typeface="Microsoft YaHei" panose="020B0503020204020204" pitchFamily="34" charset="-122"/>
              </a:rPr>
              <a:t>=</a:t>
            </a:r>
            <a:r>
              <a:rPr lang="en-US" altLang="ru-RU">
                <a:solidFill>
                  <a:srgbClr val="000000"/>
                </a:solidFill>
                <a:latin typeface="Arial" panose="020B0604020202020204" pitchFamily="34" charset="0"/>
                <a:ea typeface="Microsoft YaHei" panose="020B0503020204020204" pitchFamily="34" charset="-122"/>
              </a:rPr>
              <a:t>D</a:t>
            </a:r>
            <a:r>
              <a:rPr lang="en-US" altLang="ru-RU" baseline="-25000">
                <a:solidFill>
                  <a:srgbClr val="000000"/>
                </a:solidFill>
                <a:latin typeface="Arial" panose="020B0604020202020204" pitchFamily="34" charset="0"/>
                <a:ea typeface="Microsoft YaHei" panose="020B0503020204020204" pitchFamily="34" charset="-122"/>
              </a:rPr>
              <a:t>16</a:t>
            </a:r>
          </a:p>
          <a:p>
            <a:pPr eaLnBrk="1" hangingPunct="1">
              <a:spcBef>
                <a:spcPts val="800"/>
              </a:spcBef>
              <a:buFontTx/>
              <a:buNone/>
            </a:pPr>
            <a:r>
              <a:rPr lang="en-US" altLang="ru-RU">
                <a:solidFill>
                  <a:srgbClr val="000000"/>
                </a:solidFill>
                <a:latin typeface="Arial" panose="020B0604020202020204" pitchFamily="34" charset="0"/>
                <a:ea typeface="Microsoft YaHei" panose="020B0503020204020204" pitchFamily="34" charset="-122"/>
              </a:rPr>
              <a:t>10+12=22=</a:t>
            </a:r>
            <a:r>
              <a:rPr lang="en-US" altLang="ru-RU" b="1">
                <a:solidFill>
                  <a:srgbClr val="C0504D"/>
                </a:solidFill>
                <a:latin typeface="Arial" panose="020B0604020202020204" pitchFamily="34" charset="0"/>
                <a:ea typeface="Microsoft YaHei" panose="020B0503020204020204" pitchFamily="34" charset="-122"/>
              </a:rPr>
              <a:t>16</a:t>
            </a:r>
            <a:r>
              <a:rPr lang="en-US" altLang="ru-RU">
                <a:solidFill>
                  <a:srgbClr val="000000"/>
                </a:solidFill>
                <a:latin typeface="Arial" panose="020B0604020202020204" pitchFamily="34" charset="0"/>
                <a:ea typeface="Microsoft YaHei" panose="020B0503020204020204" pitchFamily="34" charset="-122"/>
              </a:rPr>
              <a:t>+6</a:t>
            </a:r>
          </a:p>
          <a:p>
            <a:pPr eaLnBrk="1" hangingPunct="1">
              <a:spcBef>
                <a:spcPts val="800"/>
              </a:spcBef>
              <a:buFontTx/>
              <a:buNone/>
            </a:pPr>
            <a:endParaRPr lang="ru-RU" altLang="ru-RU">
              <a:solidFill>
                <a:srgbClr val="000000"/>
              </a:solidFill>
              <a:latin typeface="Arial" panose="020B0604020202020204" pitchFamily="34" charset="0"/>
              <a:ea typeface="Microsoft YaHei" panose="020B0503020204020204" pitchFamily="34" charset="-122"/>
            </a:endParaRPr>
          </a:p>
        </p:txBody>
      </p:sp>
      <p:sp>
        <p:nvSpPr>
          <p:cNvPr id="25" name="Rectangle 12"/>
          <p:cNvSpPr>
            <a:spLocks noChangeArrowheads="1"/>
          </p:cNvSpPr>
          <p:nvPr/>
        </p:nvSpPr>
        <p:spPr bwMode="auto">
          <a:xfrm>
            <a:off x="6402388" y="1126285"/>
            <a:ext cx="392112"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C0504D"/>
                </a:solidFill>
                <a:latin typeface="Symbol" panose="05050102010706020507" pitchFamily="18" charset="2"/>
                <a:ea typeface="Microsoft YaHei" panose="020B0503020204020204" pitchFamily="34" charset="-122"/>
              </a:rPr>
              <a:t></a:t>
            </a:r>
          </a:p>
        </p:txBody>
      </p:sp>
      <p:sp>
        <p:nvSpPr>
          <p:cNvPr id="26" name="AutoShape 13"/>
          <p:cNvSpPr>
            <a:spLocks noChangeArrowheads="1"/>
          </p:cNvSpPr>
          <p:nvPr/>
        </p:nvSpPr>
        <p:spPr bwMode="auto">
          <a:xfrm>
            <a:off x="6653212" y="3898060"/>
            <a:ext cx="1979835" cy="431800"/>
          </a:xfrm>
          <a:prstGeom prst="wedgeRoundRectCallout">
            <a:avLst>
              <a:gd name="adj1" fmla="val -58463"/>
              <a:gd name="adj2" fmla="val 126102"/>
              <a:gd name="adj3" fmla="val 16667"/>
            </a:avLst>
          </a:prstGeom>
          <a:solidFill>
            <a:srgbClr val="FFFF99"/>
          </a:solidFill>
          <a:ln>
            <a:noFill/>
          </a:ln>
          <a:effectLst>
            <a:outerShdw dist="17819" dir="2700000" algn="ctr" rotWithShape="0">
              <a:srgbClr val="1F497D"/>
            </a:outerShdw>
          </a:effectLst>
          <a:extLs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ctr" eaLnBrk="1" hangingPunct="1">
              <a:spcBef>
                <a:spcPct val="0"/>
              </a:spcBef>
              <a:buFontTx/>
              <a:buNone/>
            </a:pPr>
            <a:r>
              <a:rPr lang="en-US" altLang="ru-RU" sz="1800" b="1" dirty="0">
                <a:solidFill>
                  <a:srgbClr val="000000"/>
                </a:solidFill>
                <a:latin typeface="Arial" panose="020B0604020202020204" pitchFamily="34" charset="0"/>
                <a:ea typeface="Microsoft YaHei" panose="020B0503020204020204" pitchFamily="34" charset="-122"/>
              </a:rPr>
              <a:t>1 </a:t>
            </a:r>
            <a:r>
              <a:rPr lang="en-US" altLang="ru-RU" sz="1800" b="1" dirty="0" smtClean="0">
                <a:solidFill>
                  <a:srgbClr val="000000"/>
                </a:solidFill>
                <a:latin typeface="Arial" panose="020B0604020202020204" pitchFamily="34" charset="0"/>
                <a:ea typeface="Microsoft YaHei" panose="020B0503020204020204" pitchFamily="34" charset="-122"/>
              </a:rPr>
              <a:t>is transferred</a:t>
            </a:r>
            <a:endParaRPr lang="ru-RU" altLang="ru-RU" sz="1800" b="1" dirty="0">
              <a:solidFill>
                <a:srgbClr val="000000"/>
              </a:solidFill>
              <a:latin typeface="Arial" panose="020B0604020202020204" pitchFamily="34" charset="0"/>
              <a:ea typeface="Microsoft YaHei" panose="020B0503020204020204" pitchFamily="34" charset="-122"/>
            </a:endParaRPr>
          </a:p>
        </p:txBody>
      </p:sp>
      <p:sp>
        <p:nvSpPr>
          <p:cNvPr id="27" name="AutoShape 14"/>
          <p:cNvSpPr>
            <a:spLocks noChangeArrowheads="1"/>
          </p:cNvSpPr>
          <p:nvPr/>
        </p:nvSpPr>
        <p:spPr bwMode="auto">
          <a:xfrm>
            <a:off x="6796088" y="5158535"/>
            <a:ext cx="2012950" cy="431800"/>
          </a:xfrm>
          <a:prstGeom prst="wedgeRoundRectCallout">
            <a:avLst>
              <a:gd name="adj1" fmla="val -58463"/>
              <a:gd name="adj2" fmla="val 126102"/>
              <a:gd name="adj3" fmla="val 16667"/>
            </a:avLst>
          </a:prstGeom>
          <a:solidFill>
            <a:srgbClr val="FFFF99"/>
          </a:solidFill>
          <a:ln>
            <a:noFill/>
          </a:ln>
          <a:effectLst>
            <a:outerShdw dist="17819" dir="2700000" algn="ctr" rotWithShape="0">
              <a:srgbClr val="1F497D"/>
            </a:outerShdw>
          </a:effectLst>
          <a:extLs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ctr" eaLnBrk="1" hangingPunct="1">
              <a:spcBef>
                <a:spcPct val="0"/>
              </a:spcBef>
              <a:buFontTx/>
              <a:buNone/>
            </a:pPr>
            <a:r>
              <a:rPr lang="en-US" altLang="ru-RU" sz="1800" b="1" dirty="0">
                <a:solidFill>
                  <a:srgbClr val="000000"/>
                </a:solidFill>
                <a:latin typeface="Arial" panose="020B0604020202020204" pitchFamily="34" charset="0"/>
                <a:ea typeface="Microsoft YaHei" panose="020B0503020204020204" pitchFamily="34" charset="-122"/>
              </a:rPr>
              <a:t>1 </a:t>
            </a:r>
            <a:r>
              <a:rPr lang="en-US" altLang="ru-RU" sz="1800" b="1" dirty="0" smtClean="0">
                <a:solidFill>
                  <a:srgbClr val="000000"/>
                </a:solidFill>
                <a:latin typeface="Arial" panose="020B0604020202020204" pitchFamily="34" charset="0"/>
                <a:ea typeface="Microsoft YaHei" panose="020B0503020204020204" pitchFamily="34" charset="-122"/>
              </a:rPr>
              <a:t>is transferred</a:t>
            </a:r>
            <a:endParaRPr lang="ru-RU" altLang="ru-RU" sz="1800" b="1" dirty="0">
              <a:solidFill>
                <a:srgbClr val="000000"/>
              </a:solidFill>
              <a:latin typeface="Arial" panose="020B0604020202020204" pitchFamily="34" charset="0"/>
              <a:ea typeface="Microsoft YaHei" panose="020B0503020204020204" pitchFamily="34" charset="-122"/>
            </a:endParaRPr>
          </a:p>
        </p:txBody>
      </p:sp>
      <p:sp>
        <p:nvSpPr>
          <p:cNvPr id="28" name="Rectangle 15"/>
          <p:cNvSpPr>
            <a:spLocks noChangeArrowheads="1"/>
          </p:cNvSpPr>
          <p:nvPr/>
        </p:nvSpPr>
        <p:spPr bwMode="auto">
          <a:xfrm>
            <a:off x="7446963" y="2961435"/>
            <a:ext cx="744537"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en-US" altLang="ru-RU" sz="4000" b="1">
                <a:solidFill>
                  <a:srgbClr val="FF0000"/>
                </a:solidFill>
                <a:latin typeface="Arial" panose="020B0604020202020204" pitchFamily="34" charset="0"/>
                <a:ea typeface="Microsoft YaHei" panose="020B0503020204020204" pitchFamily="34" charset="-122"/>
              </a:rPr>
              <a:t>13</a:t>
            </a:r>
          </a:p>
        </p:txBody>
      </p:sp>
      <p:sp>
        <p:nvSpPr>
          <p:cNvPr id="29" name="Rectangle 16"/>
          <p:cNvSpPr>
            <a:spLocks noChangeArrowheads="1"/>
          </p:cNvSpPr>
          <p:nvPr/>
        </p:nvSpPr>
        <p:spPr bwMode="auto">
          <a:xfrm>
            <a:off x="8347075" y="2961435"/>
            <a:ext cx="461963"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en-US" altLang="ru-RU" sz="4000">
                <a:solidFill>
                  <a:srgbClr val="000000"/>
                </a:solidFill>
                <a:latin typeface="Arial" panose="020B0604020202020204" pitchFamily="34" charset="0"/>
                <a:ea typeface="Microsoft YaHei" panose="020B0503020204020204" pitchFamily="34" charset="-122"/>
              </a:rPr>
              <a:t>9</a:t>
            </a:r>
          </a:p>
        </p:txBody>
      </p:sp>
      <p:sp>
        <p:nvSpPr>
          <p:cNvPr id="30" name="Rectangle 17"/>
          <p:cNvSpPr>
            <a:spLocks noChangeArrowheads="1"/>
          </p:cNvSpPr>
          <p:nvPr/>
        </p:nvSpPr>
        <p:spPr bwMode="auto">
          <a:xfrm>
            <a:off x="6907213" y="2961435"/>
            <a:ext cx="461962"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4000">
                <a:solidFill>
                  <a:srgbClr val="000000"/>
                </a:solidFill>
                <a:latin typeface="Arial" panose="020B0604020202020204" pitchFamily="34" charset="0"/>
                <a:ea typeface="Microsoft YaHei" panose="020B0503020204020204" pitchFamily="34" charset="-122"/>
              </a:rPr>
              <a:t>6</a:t>
            </a:r>
          </a:p>
        </p:txBody>
      </p:sp>
      <p:sp>
        <p:nvSpPr>
          <p:cNvPr id="31" name="Rectangle 18"/>
          <p:cNvSpPr>
            <a:spLocks noChangeArrowheads="1"/>
          </p:cNvSpPr>
          <p:nvPr/>
        </p:nvSpPr>
        <p:spPr bwMode="auto">
          <a:xfrm>
            <a:off x="6365875" y="2961435"/>
            <a:ext cx="461963"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4000">
                <a:solidFill>
                  <a:srgbClr val="000000"/>
                </a:solidFill>
                <a:latin typeface="Arial" panose="020B0604020202020204" pitchFamily="34" charset="0"/>
                <a:ea typeface="Microsoft YaHei" panose="020B0503020204020204" pitchFamily="34" charset="-122"/>
              </a:rPr>
              <a:t>1</a:t>
            </a:r>
          </a:p>
        </p:txBody>
      </p:sp>
      <p:sp>
        <p:nvSpPr>
          <p:cNvPr id="32" name="Text 0"/>
          <p:cNvSpPr/>
          <p:nvPr/>
        </p:nvSpPr>
        <p:spPr>
          <a:xfrm>
            <a:off x="3950821" y="430729"/>
            <a:ext cx="5044077" cy="532308"/>
          </a:xfrm>
          <a:prstGeom prst="rect">
            <a:avLst/>
          </a:prstGeom>
          <a:noFill/>
          <a:ln/>
        </p:spPr>
        <p:txBody>
          <a:bodyPr wrap="none" lIns="0" tIns="0" rIns="0" bIns="0" rtlCol="0" anchor="t"/>
          <a:lstStyle/>
          <a:p>
            <a:pPr>
              <a:lnSpc>
                <a:spcPts val="4167"/>
              </a:lnSpc>
            </a:pPr>
            <a:r>
              <a:rPr lang="en-US" sz="3333" b="1" dirty="0">
                <a:solidFill>
                  <a:srgbClr val="000000"/>
                </a:solidFill>
                <a:latin typeface="Petrona Bold" pitchFamily="34" charset="0"/>
                <a:ea typeface="Petrona Bold" pitchFamily="34" charset="-122"/>
                <a:cs typeface="Petrona Bold" pitchFamily="34" charset="-120"/>
              </a:rPr>
              <a:t>Arithmetic </a:t>
            </a:r>
            <a:r>
              <a:rPr lang="en-US" sz="3333" b="1" dirty="0" smtClean="0">
                <a:solidFill>
                  <a:srgbClr val="000000"/>
                </a:solidFill>
                <a:latin typeface="Petrona Bold" pitchFamily="34" charset="0"/>
                <a:ea typeface="Petrona Bold" pitchFamily="34" charset="-122"/>
                <a:cs typeface="Petrona Bold" pitchFamily="34" charset="-120"/>
              </a:rPr>
              <a:t>Operations</a:t>
            </a:r>
            <a:endParaRPr lang="en-US" sz="3333" dirty="0"/>
          </a:p>
        </p:txBody>
      </p:sp>
    </p:spTree>
    <p:extLst>
      <p:ext uri="{BB962C8B-B14F-4D97-AF65-F5344CB8AC3E}">
        <p14:creationId xmlns:p14="http://schemas.microsoft.com/office/powerpoint/2010/main" val="2768684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additive="repl">
                                        <p:cTn id="6" dur="1" fill="hold">
                                          <p:stCondLst>
                                            <p:cond delay="0"/>
                                          </p:stCondLst>
                                        </p:cTn>
                                        <p:tgtEl>
                                          <p:spTgt spid="23"/>
                                        </p:tgtEl>
                                        <p:attrNameLst>
                                          <p:attrName>style.visibility</p:attrName>
                                        </p:attrNameLst>
                                      </p:cBhvr>
                                      <p:to>
                                        <p:strVal val="visible"/>
                                      </p:to>
                                    </p:set>
                                    <p:animEffect transition="in" filter="dissolve">
                                      <p:cBhvr additive="repl">
                                        <p:cTn id="7" dur="500"/>
                                        <p:tgtEl>
                                          <p:spTgt spid="23"/>
                                        </p:tgtEl>
                                      </p:cBhvr>
                                    </p:animEffect>
                                  </p:childTnLst>
                                </p:cTn>
                              </p:par>
                              <p:par>
                                <p:cTn id="8" presetID="9" presetClass="entr" fill="hold" nodeType="withEffect">
                                  <p:stCondLst>
                                    <p:cond delay="0"/>
                                  </p:stCondLst>
                                  <p:childTnLst>
                                    <p:set>
                                      <p:cBhvr additive="repl">
                                        <p:cTn id="9" dur="1" fill="hold">
                                          <p:stCondLst>
                                            <p:cond delay="0"/>
                                          </p:stCondLst>
                                        </p:cTn>
                                        <p:tgtEl>
                                          <p:spTgt spid="22"/>
                                        </p:tgtEl>
                                        <p:attrNameLst>
                                          <p:attrName>style.visibility</p:attrName>
                                        </p:attrNameLst>
                                      </p:cBhvr>
                                      <p:to>
                                        <p:strVal val="visible"/>
                                      </p:to>
                                    </p:set>
                                    <p:animEffect transition="in" filter="dissolve">
                                      <p:cBhvr additive="repl">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fill="hold" nodeType="clickEffect">
                                  <p:stCondLst>
                                    <p:cond delay="0"/>
                                  </p:stCondLst>
                                  <p:childTnLst>
                                    <p:set>
                                      <p:cBhvr additive="repl">
                                        <p:cTn id="14" dur="1" fill="hold">
                                          <p:stCondLst>
                                            <p:cond delay="0"/>
                                          </p:stCondLst>
                                        </p:cTn>
                                        <p:tgtEl>
                                          <p:spTgt spid="24">
                                            <p:txEl>
                                              <p:pRg st="0" end="0"/>
                                            </p:txEl>
                                          </p:spTgt>
                                        </p:tgtEl>
                                        <p:attrNameLst>
                                          <p:attrName>style.visibility</p:attrName>
                                        </p:attrNameLst>
                                      </p:cBhvr>
                                      <p:to>
                                        <p:strVal val="visible"/>
                                      </p:to>
                                    </p:set>
                                    <p:animEffect transition="in" filter="dissolve">
                                      <p:cBhvr additive="repl">
                                        <p:cTn id="15" dur="500"/>
                                        <p:tgtEl>
                                          <p:spTgt spid="2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fill="hold" nodeType="clickEffect">
                                  <p:stCondLst>
                                    <p:cond delay="0"/>
                                  </p:stCondLst>
                                  <p:childTnLst>
                                    <p:set>
                                      <p:cBhvr additive="repl">
                                        <p:cTn id="19" dur="1" fill="hold">
                                          <p:stCondLst>
                                            <p:cond delay="0"/>
                                          </p:stCondLst>
                                        </p:cTn>
                                        <p:tgtEl>
                                          <p:spTgt spid="26"/>
                                        </p:tgtEl>
                                        <p:attrNameLst>
                                          <p:attrName>style.visibility</p:attrName>
                                        </p:attrNameLst>
                                      </p:cBhvr>
                                      <p:to>
                                        <p:strVal val="visible"/>
                                      </p:to>
                                    </p:set>
                                    <p:animEffect transition="in" filter="dissolve">
                                      <p:cBhvr additive="repl">
                                        <p:cTn id="20" dur="500"/>
                                        <p:tgtEl>
                                          <p:spTgt spid="26"/>
                                        </p:tgtEl>
                                      </p:cBhvr>
                                    </p:animEffect>
                                  </p:childTnLst>
                                </p:cTn>
                              </p:par>
                              <p:par>
                                <p:cTn id="21" presetID="9" presetClass="entr" fill="hold" nodeType="withEffect">
                                  <p:stCondLst>
                                    <p:cond delay="0"/>
                                  </p:stCondLst>
                                  <p:childTnLst>
                                    <p:set>
                                      <p:cBhvr additive="repl">
                                        <p:cTn id="22" dur="1" fill="hold">
                                          <p:stCondLst>
                                            <p:cond delay="0"/>
                                          </p:stCondLst>
                                        </p:cTn>
                                        <p:tgtEl>
                                          <p:spTgt spid="19"/>
                                        </p:tgtEl>
                                        <p:attrNameLst>
                                          <p:attrName>style.visibility</p:attrName>
                                        </p:attrNameLst>
                                      </p:cBhvr>
                                      <p:to>
                                        <p:strVal val="visible"/>
                                      </p:to>
                                    </p:set>
                                    <p:animEffect transition="in" filter="dissolve">
                                      <p:cBhvr additive="repl">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fill="hold" nodeType="clickEffect">
                                  <p:stCondLst>
                                    <p:cond delay="0"/>
                                  </p:stCondLst>
                                  <p:childTnLst>
                                    <p:set>
                                      <p:cBhvr additive="repl">
                                        <p:cTn id="27" dur="1" fill="hold">
                                          <p:stCondLst>
                                            <p:cond delay="0"/>
                                          </p:stCondLst>
                                        </p:cTn>
                                        <p:tgtEl>
                                          <p:spTgt spid="29"/>
                                        </p:tgtEl>
                                        <p:attrNameLst>
                                          <p:attrName>style.visibility</p:attrName>
                                        </p:attrNameLst>
                                      </p:cBhvr>
                                      <p:to>
                                        <p:strVal val="visible"/>
                                      </p:to>
                                    </p:set>
                                    <p:animEffect transition="in" filter="dissolve">
                                      <p:cBhvr additive="repl">
                                        <p:cTn id="28" dur="500"/>
                                        <p:tgtEl>
                                          <p:spTgt spid="29"/>
                                        </p:tgtEl>
                                      </p:cBhvr>
                                    </p:animEffect>
                                  </p:childTnLst>
                                </p:cTn>
                              </p:par>
                              <p:par>
                                <p:cTn id="29" presetID="9" presetClass="exit" fill="hold" nodeType="withEffect">
                                  <p:stCondLst>
                                    <p:cond delay="0"/>
                                  </p:stCondLst>
                                  <p:childTnLst>
                                    <p:animEffect transition="out" filter="dissolve">
                                      <p:cBhvr additive="repl">
                                        <p:cTn id="30" dur="500"/>
                                        <p:tgtEl>
                                          <p:spTgt spid="26"/>
                                        </p:tgtEl>
                                      </p:cBhvr>
                                    </p:animEffect>
                                    <p:set>
                                      <p:cBhvr additive="repl">
                                        <p:cTn id="31" dur="1" fill="hold">
                                          <p:stCondLst>
                                            <p:cond delay="0"/>
                                          </p:stCondLst>
                                        </p:cTn>
                                        <p:tgtEl>
                                          <p:spTgt spid="26"/>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9" presetClass="entr" fill="hold" nodeType="clickEffect">
                                  <p:stCondLst>
                                    <p:cond delay="0"/>
                                  </p:stCondLst>
                                  <p:childTnLst>
                                    <p:set>
                                      <p:cBhvr additive="repl">
                                        <p:cTn id="35" dur="1" fill="hold">
                                          <p:stCondLst>
                                            <p:cond delay="0"/>
                                          </p:stCondLst>
                                        </p:cTn>
                                        <p:tgtEl>
                                          <p:spTgt spid="24">
                                            <p:txEl>
                                              <p:pRg st="1" end="1"/>
                                            </p:txEl>
                                          </p:spTgt>
                                        </p:tgtEl>
                                        <p:attrNameLst>
                                          <p:attrName>style.visibility</p:attrName>
                                        </p:attrNameLst>
                                      </p:cBhvr>
                                      <p:to>
                                        <p:strVal val="visible"/>
                                      </p:to>
                                    </p:set>
                                    <p:animEffect transition="in" filter="dissolve">
                                      <p:cBhvr additive="repl">
                                        <p:cTn id="36" dur="500"/>
                                        <p:tgtEl>
                                          <p:spTgt spid="24">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fill="hold" nodeType="clickEffect">
                                  <p:stCondLst>
                                    <p:cond delay="0"/>
                                  </p:stCondLst>
                                  <p:childTnLst>
                                    <p:set>
                                      <p:cBhvr additive="repl">
                                        <p:cTn id="40" dur="1" fill="hold">
                                          <p:stCondLst>
                                            <p:cond delay="0"/>
                                          </p:stCondLst>
                                        </p:cTn>
                                        <p:tgtEl>
                                          <p:spTgt spid="28"/>
                                        </p:tgtEl>
                                        <p:attrNameLst>
                                          <p:attrName>style.visibility</p:attrName>
                                        </p:attrNameLst>
                                      </p:cBhvr>
                                      <p:to>
                                        <p:strVal val="visible"/>
                                      </p:to>
                                    </p:set>
                                    <p:animEffect transition="in" filter="dissolve">
                                      <p:cBhvr additive="repl">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fill="hold" nodeType="clickEffect">
                                  <p:stCondLst>
                                    <p:cond delay="0"/>
                                  </p:stCondLst>
                                  <p:childTnLst>
                                    <p:set>
                                      <p:cBhvr additive="repl">
                                        <p:cTn id="45" dur="1" fill="hold">
                                          <p:stCondLst>
                                            <p:cond delay="0"/>
                                          </p:stCondLst>
                                        </p:cTn>
                                        <p:tgtEl>
                                          <p:spTgt spid="24">
                                            <p:txEl>
                                              <p:pRg st="2" end="2"/>
                                            </p:txEl>
                                          </p:spTgt>
                                        </p:tgtEl>
                                        <p:attrNameLst>
                                          <p:attrName>style.visibility</p:attrName>
                                        </p:attrNameLst>
                                      </p:cBhvr>
                                      <p:to>
                                        <p:strVal val="visible"/>
                                      </p:to>
                                    </p:set>
                                    <p:animEffect transition="in" filter="dissolve">
                                      <p:cBhvr additive="repl">
                                        <p:cTn id="46" dur="500"/>
                                        <p:tgtEl>
                                          <p:spTgt spid="24">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fill="hold" nodeType="clickEffect">
                                  <p:stCondLst>
                                    <p:cond delay="0"/>
                                  </p:stCondLst>
                                  <p:childTnLst>
                                    <p:set>
                                      <p:cBhvr additive="repl">
                                        <p:cTn id="50" dur="1" fill="hold">
                                          <p:stCondLst>
                                            <p:cond delay="0"/>
                                          </p:stCondLst>
                                        </p:cTn>
                                        <p:tgtEl>
                                          <p:spTgt spid="27"/>
                                        </p:tgtEl>
                                        <p:attrNameLst>
                                          <p:attrName>style.visibility</p:attrName>
                                        </p:attrNameLst>
                                      </p:cBhvr>
                                      <p:to>
                                        <p:strVal val="visible"/>
                                      </p:to>
                                    </p:set>
                                    <p:animEffect transition="in" filter="dissolve">
                                      <p:cBhvr additive="repl">
                                        <p:cTn id="51" dur="500"/>
                                        <p:tgtEl>
                                          <p:spTgt spid="27"/>
                                        </p:tgtEl>
                                      </p:cBhvr>
                                    </p:animEffect>
                                  </p:childTnLst>
                                </p:cTn>
                              </p:par>
                              <p:par>
                                <p:cTn id="52" presetID="9" presetClass="entr" fill="hold" nodeType="withEffect">
                                  <p:stCondLst>
                                    <p:cond delay="0"/>
                                  </p:stCondLst>
                                  <p:childTnLst>
                                    <p:set>
                                      <p:cBhvr additive="repl">
                                        <p:cTn id="53" dur="1" fill="hold">
                                          <p:stCondLst>
                                            <p:cond delay="0"/>
                                          </p:stCondLst>
                                        </p:cTn>
                                        <p:tgtEl>
                                          <p:spTgt spid="25"/>
                                        </p:tgtEl>
                                        <p:attrNameLst>
                                          <p:attrName>style.visibility</p:attrName>
                                        </p:attrNameLst>
                                      </p:cBhvr>
                                      <p:to>
                                        <p:strVal val="visible"/>
                                      </p:to>
                                    </p:set>
                                    <p:animEffect transition="in" filter="dissolve">
                                      <p:cBhvr additive="repl">
                                        <p:cTn id="54" dur="500"/>
                                        <p:tgtEl>
                                          <p:spTgt spid="25"/>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fill="hold" nodeType="clickEffect">
                                  <p:stCondLst>
                                    <p:cond delay="0"/>
                                  </p:stCondLst>
                                  <p:childTnLst>
                                    <p:set>
                                      <p:cBhvr additive="repl">
                                        <p:cTn id="58" dur="1" fill="hold">
                                          <p:stCondLst>
                                            <p:cond delay="0"/>
                                          </p:stCondLst>
                                        </p:cTn>
                                        <p:tgtEl>
                                          <p:spTgt spid="30"/>
                                        </p:tgtEl>
                                        <p:attrNameLst>
                                          <p:attrName>style.visibility</p:attrName>
                                        </p:attrNameLst>
                                      </p:cBhvr>
                                      <p:to>
                                        <p:strVal val="visible"/>
                                      </p:to>
                                    </p:set>
                                    <p:animEffect transition="in" filter="dissolve">
                                      <p:cBhvr additive="repl">
                                        <p:cTn id="59" dur="500"/>
                                        <p:tgtEl>
                                          <p:spTgt spid="30"/>
                                        </p:tgtEl>
                                      </p:cBhvr>
                                    </p:animEffect>
                                  </p:childTnLst>
                                </p:cTn>
                              </p:par>
                              <p:par>
                                <p:cTn id="60" presetID="9" presetClass="exit" fill="hold" nodeType="withEffect">
                                  <p:stCondLst>
                                    <p:cond delay="0"/>
                                  </p:stCondLst>
                                  <p:childTnLst>
                                    <p:animEffect transition="out" filter="dissolve">
                                      <p:cBhvr additive="repl">
                                        <p:cTn id="61" dur="500"/>
                                        <p:tgtEl>
                                          <p:spTgt spid="27"/>
                                        </p:tgtEl>
                                      </p:cBhvr>
                                    </p:animEffect>
                                    <p:set>
                                      <p:cBhvr additive="repl">
                                        <p:cTn id="62" dur="1" fill="hold">
                                          <p:stCondLst>
                                            <p:cond delay="0"/>
                                          </p:stCondLst>
                                        </p:cTn>
                                        <p:tgtEl>
                                          <p:spTgt spid="2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9" presetClass="entr" fill="hold" nodeType="clickEffect">
                                  <p:stCondLst>
                                    <p:cond delay="0"/>
                                  </p:stCondLst>
                                  <p:childTnLst>
                                    <p:set>
                                      <p:cBhvr additive="repl">
                                        <p:cTn id="66" dur="1" fill="hold">
                                          <p:stCondLst>
                                            <p:cond delay="0"/>
                                          </p:stCondLst>
                                        </p:cTn>
                                        <p:tgtEl>
                                          <p:spTgt spid="31"/>
                                        </p:tgtEl>
                                        <p:attrNameLst>
                                          <p:attrName>style.visibility</p:attrName>
                                        </p:attrNameLst>
                                      </p:cBhvr>
                                      <p:to>
                                        <p:strVal val="visible"/>
                                      </p:to>
                                    </p:set>
                                    <p:animEffect transition="in" filter="dissolve">
                                      <p:cBhvr additive="repl">
                                        <p:cTn id="67" dur="500"/>
                                        <p:tgtEl>
                                          <p:spTgt spid="31"/>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fill="hold" nodeType="clickEffect">
                                  <p:stCondLst>
                                    <p:cond delay="0"/>
                                  </p:stCondLst>
                                  <p:childTnLst>
                                    <p:set>
                                      <p:cBhvr additive="repl">
                                        <p:cTn id="71" dur="1" fill="hold">
                                          <p:stCondLst>
                                            <p:cond delay="0"/>
                                          </p:stCondLst>
                                        </p:cTn>
                                        <p:tgtEl>
                                          <p:spTgt spid="20"/>
                                        </p:tgtEl>
                                        <p:attrNameLst>
                                          <p:attrName>style.visibility</p:attrName>
                                        </p:attrNameLst>
                                      </p:cBhvr>
                                      <p:to>
                                        <p:strVal val="visible"/>
                                      </p:to>
                                    </p:set>
                                    <p:animEffect transition="in" filter="dissolve">
                                      <p:cBhvr additive="repl">
                                        <p:cTn id="7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2673071" y="1502522"/>
            <a:ext cx="2520950" cy="2052638"/>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ru-RU" altLang="ru-RU" sz="4000">
                <a:solidFill>
                  <a:srgbClr val="000000"/>
                </a:solidFill>
                <a:latin typeface="Arial" panose="020B0604020202020204" pitchFamily="34" charset="0"/>
                <a:ea typeface="Microsoft YaHei" panose="020B0503020204020204" pitchFamily="34" charset="-122"/>
              </a:rPr>
              <a:t>С</a:t>
            </a:r>
            <a:r>
              <a:rPr lang="en-US" altLang="ru-RU" sz="4000">
                <a:solidFill>
                  <a:srgbClr val="000000"/>
                </a:solidFill>
                <a:latin typeface="Arial" panose="020B0604020202020204" pitchFamily="34" charset="0"/>
                <a:ea typeface="Microsoft YaHei" panose="020B0503020204020204" pitchFamily="34" charset="-122"/>
              </a:rPr>
              <a:t> </a:t>
            </a:r>
            <a:r>
              <a:rPr lang="ru-RU" altLang="ru-RU" sz="4000">
                <a:solidFill>
                  <a:srgbClr val="000000"/>
                </a:solidFill>
                <a:latin typeface="Arial" panose="020B0604020202020204" pitchFamily="34" charset="0"/>
                <a:ea typeface="Microsoft YaHei" panose="020B0503020204020204" pitchFamily="34" charset="-122"/>
              </a:rPr>
              <a:t>В</a:t>
            </a:r>
            <a:r>
              <a:rPr lang="en-US" altLang="ru-RU" sz="4000">
                <a:solidFill>
                  <a:srgbClr val="000000"/>
                </a:solidFill>
                <a:latin typeface="Arial" panose="020B0604020202020204" pitchFamily="34" charset="0"/>
                <a:ea typeface="Microsoft YaHei" panose="020B0503020204020204" pitchFamily="34" charset="-122"/>
              </a:rPr>
              <a:t> </a:t>
            </a:r>
            <a:r>
              <a:rPr lang="ru-RU" altLang="ru-RU" sz="4000">
                <a:solidFill>
                  <a:srgbClr val="000000"/>
                </a:solidFill>
                <a:latin typeface="Arial" panose="020B0604020202020204" pitchFamily="34" charset="0"/>
                <a:ea typeface="Microsoft YaHei" panose="020B0503020204020204" pitchFamily="34" charset="-122"/>
              </a:rPr>
              <a:t>А</a:t>
            </a:r>
            <a:r>
              <a:rPr lang="en-US" altLang="ru-RU" sz="4000" baseline="-25000">
                <a:solidFill>
                  <a:srgbClr val="000000"/>
                </a:solidFill>
                <a:latin typeface="Arial" panose="020B0604020202020204" pitchFamily="34" charset="0"/>
                <a:ea typeface="Microsoft YaHei" panose="020B0503020204020204" pitchFamily="34" charset="-122"/>
              </a:rPr>
              <a:t>16</a:t>
            </a:r>
          </a:p>
          <a:p>
            <a:pPr algn="r" eaLnBrk="1" hangingPunct="1">
              <a:spcBef>
                <a:spcPct val="0"/>
              </a:spcBef>
              <a:buFontTx/>
              <a:buNone/>
            </a:pPr>
            <a:r>
              <a:rPr lang="en-US" altLang="ru-RU" sz="4000">
                <a:solidFill>
                  <a:srgbClr val="000000"/>
                </a:solidFill>
                <a:latin typeface="Arial" panose="020B0604020202020204" pitchFamily="34" charset="0"/>
                <a:ea typeface="Microsoft YaHei" panose="020B0503020204020204" pitchFamily="34" charset="-122"/>
              </a:rPr>
              <a:t>+   A 5 9</a:t>
            </a:r>
            <a:r>
              <a:rPr lang="en-US" altLang="ru-RU" sz="4000" baseline="-25000">
                <a:solidFill>
                  <a:srgbClr val="000000"/>
                </a:solidFill>
                <a:latin typeface="Arial" panose="020B0604020202020204" pitchFamily="34" charset="0"/>
                <a:ea typeface="Microsoft YaHei" panose="020B0503020204020204" pitchFamily="34" charset="-122"/>
              </a:rPr>
              <a:t>16</a:t>
            </a:r>
          </a:p>
          <a:p>
            <a:pPr algn="r" eaLnBrk="1" hangingPunct="1">
              <a:spcBef>
                <a:spcPct val="0"/>
              </a:spcBef>
              <a:buFontTx/>
              <a:buNone/>
            </a:pPr>
            <a:endParaRPr lang="en-US" altLang="ru-RU" sz="4000" baseline="-25000">
              <a:solidFill>
                <a:srgbClr val="000000"/>
              </a:solidFill>
              <a:latin typeface="Arial" panose="020B0604020202020204" pitchFamily="34" charset="0"/>
              <a:ea typeface="Microsoft YaHei" panose="020B0503020204020204" pitchFamily="34" charset="-122"/>
            </a:endParaRPr>
          </a:p>
        </p:txBody>
      </p:sp>
      <p:sp>
        <p:nvSpPr>
          <p:cNvPr id="5" name="Line 5"/>
          <p:cNvSpPr>
            <a:spLocks noChangeShapeType="1"/>
          </p:cNvSpPr>
          <p:nvPr/>
        </p:nvSpPr>
        <p:spPr bwMode="auto">
          <a:xfrm>
            <a:off x="3141383" y="2870947"/>
            <a:ext cx="1979613" cy="1588"/>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 name="Rectangle 6"/>
          <p:cNvSpPr>
            <a:spLocks noChangeArrowheads="1"/>
          </p:cNvSpPr>
          <p:nvPr/>
        </p:nvSpPr>
        <p:spPr bwMode="auto">
          <a:xfrm>
            <a:off x="5903633" y="1502522"/>
            <a:ext cx="2520950" cy="2052638"/>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en-US" altLang="ru-RU" sz="4000">
                <a:solidFill>
                  <a:srgbClr val="000000"/>
                </a:solidFill>
                <a:latin typeface="Arial" panose="020B0604020202020204" pitchFamily="34" charset="0"/>
                <a:ea typeface="Microsoft YaHei" panose="020B0503020204020204" pitchFamily="34" charset="-122"/>
              </a:rPr>
              <a:t>1</a:t>
            </a:r>
            <a:r>
              <a:rPr lang="ru-RU" altLang="ru-RU" sz="4000">
                <a:solidFill>
                  <a:srgbClr val="000000"/>
                </a:solidFill>
                <a:latin typeface="Arial" panose="020B0604020202020204" pitchFamily="34" charset="0"/>
                <a:ea typeface="Microsoft YaHei" panose="020B0503020204020204" pitchFamily="34" charset="-122"/>
              </a:rPr>
              <a:t>0</a:t>
            </a:r>
            <a:r>
              <a:rPr lang="en-US" altLang="ru-RU" sz="4000">
                <a:solidFill>
                  <a:srgbClr val="000000"/>
                </a:solidFill>
                <a:latin typeface="Arial" panose="020B0604020202020204" pitchFamily="34" charset="0"/>
                <a:ea typeface="Microsoft YaHei" panose="020B0503020204020204" pitchFamily="34" charset="-122"/>
              </a:rPr>
              <a:t> </a:t>
            </a:r>
            <a:r>
              <a:rPr lang="ru-RU" altLang="ru-RU" sz="4000">
                <a:solidFill>
                  <a:srgbClr val="000000"/>
                </a:solidFill>
                <a:latin typeface="Arial" panose="020B0604020202020204" pitchFamily="34" charset="0"/>
                <a:ea typeface="Microsoft YaHei" panose="020B0503020204020204" pitchFamily="34" charset="-122"/>
              </a:rPr>
              <a:t>В</a:t>
            </a:r>
            <a:r>
              <a:rPr lang="en-US" altLang="ru-RU" sz="4000">
                <a:solidFill>
                  <a:srgbClr val="000000"/>
                </a:solidFill>
                <a:latin typeface="Arial" panose="020B0604020202020204" pitchFamily="34" charset="0"/>
                <a:ea typeface="Microsoft YaHei" panose="020B0503020204020204" pitchFamily="34" charset="-122"/>
              </a:rPr>
              <a:t> </a:t>
            </a:r>
            <a:r>
              <a:rPr lang="ru-RU" altLang="ru-RU" sz="4000">
                <a:solidFill>
                  <a:srgbClr val="000000"/>
                </a:solidFill>
                <a:latin typeface="Arial" panose="020B0604020202020204" pitchFamily="34" charset="0"/>
                <a:ea typeface="Microsoft YaHei" panose="020B0503020204020204" pitchFamily="34" charset="-122"/>
              </a:rPr>
              <a:t>А</a:t>
            </a:r>
            <a:r>
              <a:rPr lang="en-US" altLang="ru-RU" sz="4000" baseline="-25000">
                <a:solidFill>
                  <a:srgbClr val="000000"/>
                </a:solidFill>
                <a:latin typeface="Arial" panose="020B0604020202020204" pitchFamily="34" charset="0"/>
                <a:ea typeface="Microsoft YaHei" panose="020B0503020204020204" pitchFamily="34" charset="-122"/>
              </a:rPr>
              <a:t>16</a:t>
            </a:r>
          </a:p>
          <a:p>
            <a:pPr algn="r" eaLnBrk="1" hangingPunct="1">
              <a:spcBef>
                <a:spcPct val="0"/>
              </a:spcBef>
              <a:buFontTx/>
              <a:buNone/>
            </a:pPr>
            <a:r>
              <a:rPr lang="ru-RU" altLang="ru-RU" sz="4000">
                <a:solidFill>
                  <a:srgbClr val="000000"/>
                </a:solidFill>
                <a:latin typeface="Arial" panose="020B0604020202020204" pitchFamily="34" charset="0"/>
                <a:ea typeface="Microsoft YaHei" panose="020B0503020204020204" pitchFamily="34" charset="-122"/>
              </a:rPr>
              <a:t>+</a:t>
            </a:r>
            <a:r>
              <a:rPr lang="en-US" altLang="ru-RU" sz="4000">
                <a:solidFill>
                  <a:srgbClr val="000000"/>
                </a:solidFill>
                <a:latin typeface="Arial" panose="020B0604020202020204" pitchFamily="34" charset="0"/>
                <a:ea typeface="Microsoft YaHei" panose="020B0503020204020204" pitchFamily="34" charset="-122"/>
              </a:rPr>
              <a:t>   </a:t>
            </a:r>
            <a:r>
              <a:rPr lang="ru-RU" altLang="ru-RU" sz="4000">
                <a:solidFill>
                  <a:srgbClr val="000000"/>
                </a:solidFill>
                <a:latin typeface="Arial" panose="020B0604020202020204" pitchFamily="34" charset="0"/>
                <a:ea typeface="Microsoft YaHei" panose="020B0503020204020204" pitchFamily="34" charset="-122"/>
              </a:rPr>
              <a:t>8</a:t>
            </a:r>
            <a:r>
              <a:rPr lang="en-US" altLang="ru-RU" sz="4000">
                <a:solidFill>
                  <a:srgbClr val="000000"/>
                </a:solidFill>
                <a:latin typeface="Arial" panose="020B0604020202020204" pitchFamily="34" charset="0"/>
                <a:ea typeface="Microsoft YaHei" panose="020B0503020204020204" pitchFamily="34" charset="-122"/>
              </a:rPr>
              <a:t> 5 </a:t>
            </a:r>
            <a:r>
              <a:rPr lang="ru-RU" altLang="ru-RU" sz="4000">
                <a:solidFill>
                  <a:srgbClr val="000000"/>
                </a:solidFill>
                <a:latin typeface="Arial" panose="020B0604020202020204" pitchFamily="34" charset="0"/>
                <a:ea typeface="Microsoft YaHei" panose="020B0503020204020204" pitchFamily="34" charset="-122"/>
              </a:rPr>
              <a:t>6</a:t>
            </a:r>
            <a:r>
              <a:rPr lang="en-US" altLang="ru-RU" sz="4000" baseline="-25000">
                <a:solidFill>
                  <a:srgbClr val="000000"/>
                </a:solidFill>
                <a:latin typeface="Arial" panose="020B0604020202020204" pitchFamily="34" charset="0"/>
                <a:ea typeface="Microsoft YaHei" panose="020B0503020204020204" pitchFamily="34" charset="-122"/>
              </a:rPr>
              <a:t>16</a:t>
            </a:r>
          </a:p>
          <a:p>
            <a:pPr algn="r" eaLnBrk="1" hangingPunct="1">
              <a:spcBef>
                <a:spcPct val="0"/>
              </a:spcBef>
              <a:buFontTx/>
              <a:buNone/>
            </a:pPr>
            <a:endParaRPr lang="en-US" altLang="ru-RU" sz="4000" baseline="-25000">
              <a:solidFill>
                <a:srgbClr val="000000"/>
              </a:solidFill>
              <a:latin typeface="Arial" panose="020B0604020202020204" pitchFamily="34" charset="0"/>
              <a:ea typeface="Microsoft YaHei" panose="020B0503020204020204" pitchFamily="34" charset="-122"/>
            </a:endParaRPr>
          </a:p>
        </p:txBody>
      </p:sp>
      <p:sp>
        <p:nvSpPr>
          <p:cNvPr id="7" name="Line 7"/>
          <p:cNvSpPr>
            <a:spLocks noChangeShapeType="1"/>
          </p:cNvSpPr>
          <p:nvPr/>
        </p:nvSpPr>
        <p:spPr bwMode="auto">
          <a:xfrm>
            <a:off x="6346546" y="2869360"/>
            <a:ext cx="1979612" cy="1587"/>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1934984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2942665" y="1684898"/>
            <a:ext cx="2520950" cy="2052637"/>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ru-RU" altLang="ru-RU" sz="4000">
                <a:solidFill>
                  <a:srgbClr val="000000"/>
                </a:solidFill>
                <a:latin typeface="Arial" panose="020B0604020202020204" pitchFamily="34" charset="0"/>
                <a:ea typeface="Microsoft YaHei" panose="020B0503020204020204" pitchFamily="34" charset="-122"/>
              </a:rPr>
              <a:t>С</a:t>
            </a:r>
            <a:r>
              <a:rPr lang="en-US" altLang="ru-RU" sz="4000">
                <a:solidFill>
                  <a:srgbClr val="000000"/>
                </a:solidFill>
                <a:latin typeface="Arial" panose="020B0604020202020204" pitchFamily="34" charset="0"/>
                <a:ea typeface="Microsoft YaHei" panose="020B0503020204020204" pitchFamily="34" charset="-122"/>
              </a:rPr>
              <a:t> 5 B</a:t>
            </a:r>
            <a:r>
              <a:rPr lang="en-US" altLang="ru-RU" sz="4000" baseline="-25000">
                <a:solidFill>
                  <a:srgbClr val="000000"/>
                </a:solidFill>
                <a:latin typeface="Arial" panose="020B0604020202020204" pitchFamily="34" charset="0"/>
                <a:ea typeface="Microsoft YaHei" panose="020B0503020204020204" pitchFamily="34" charset="-122"/>
              </a:rPr>
              <a:t>16</a:t>
            </a:r>
          </a:p>
          <a:p>
            <a:pPr algn="r" eaLnBrk="1" hangingPunct="1">
              <a:spcBef>
                <a:spcPct val="0"/>
              </a:spcBef>
              <a:buFontTx/>
              <a:buNone/>
            </a:pPr>
            <a:r>
              <a:rPr lang="ru-RU" altLang="ru-RU" sz="4000">
                <a:solidFill>
                  <a:srgbClr val="000000"/>
                </a:solidFill>
                <a:latin typeface="Arial" panose="020B0604020202020204" pitchFamily="34" charset="0"/>
                <a:ea typeface="Microsoft YaHei" panose="020B0503020204020204" pitchFamily="34" charset="-122"/>
              </a:rPr>
              <a:t>–</a:t>
            </a:r>
            <a:r>
              <a:rPr lang="en-US" altLang="ru-RU" sz="4000">
                <a:solidFill>
                  <a:srgbClr val="000000"/>
                </a:solidFill>
                <a:latin typeface="Arial" panose="020B0604020202020204" pitchFamily="34" charset="0"/>
                <a:ea typeface="Microsoft YaHei" panose="020B0503020204020204" pitchFamily="34" charset="-122"/>
              </a:rPr>
              <a:t>   A 7 E</a:t>
            </a:r>
            <a:r>
              <a:rPr lang="en-US" altLang="ru-RU" sz="4000" baseline="-25000">
                <a:solidFill>
                  <a:srgbClr val="000000"/>
                </a:solidFill>
                <a:latin typeface="Arial" panose="020B0604020202020204" pitchFamily="34" charset="0"/>
                <a:ea typeface="Microsoft YaHei" panose="020B0503020204020204" pitchFamily="34" charset="-122"/>
              </a:rPr>
              <a:t>16</a:t>
            </a:r>
          </a:p>
          <a:p>
            <a:pPr algn="r" eaLnBrk="1" hangingPunct="1">
              <a:spcBef>
                <a:spcPct val="0"/>
              </a:spcBef>
              <a:buFontTx/>
              <a:buNone/>
            </a:pPr>
            <a:endParaRPr lang="en-US" altLang="ru-RU" sz="4000" baseline="-25000">
              <a:solidFill>
                <a:srgbClr val="000000"/>
              </a:solidFill>
              <a:latin typeface="Arial" panose="020B0604020202020204" pitchFamily="34" charset="0"/>
              <a:ea typeface="Microsoft YaHei" panose="020B0503020204020204" pitchFamily="34" charset="-122"/>
            </a:endParaRPr>
          </a:p>
        </p:txBody>
      </p:sp>
      <p:sp>
        <p:nvSpPr>
          <p:cNvPr id="5" name="AutoShape 6"/>
          <p:cNvSpPr>
            <a:spLocks noChangeArrowheads="1"/>
          </p:cNvSpPr>
          <p:nvPr/>
        </p:nvSpPr>
        <p:spPr bwMode="auto">
          <a:xfrm>
            <a:off x="5966853" y="3916923"/>
            <a:ext cx="1548184" cy="431800"/>
          </a:xfrm>
          <a:prstGeom prst="wedgeRoundRectCallout">
            <a:avLst>
              <a:gd name="adj1" fmla="val -71157"/>
              <a:gd name="adj2" fmla="val 96324"/>
              <a:gd name="adj3" fmla="val 16667"/>
            </a:avLst>
          </a:prstGeom>
          <a:solidFill>
            <a:srgbClr val="FFFF99"/>
          </a:solidFill>
          <a:ln>
            <a:noFill/>
          </a:ln>
          <a:effectLst>
            <a:outerShdw dist="17819" dir="2700000" algn="ctr" rotWithShape="0">
              <a:srgbClr val="1F497D"/>
            </a:outerShdw>
          </a:effectLst>
          <a:extLs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ctr" eaLnBrk="1" hangingPunct="1">
              <a:spcBef>
                <a:spcPct val="0"/>
              </a:spcBef>
              <a:buFontTx/>
              <a:buNone/>
            </a:pPr>
            <a:r>
              <a:rPr lang="en-US" altLang="ru-RU" sz="1800" b="1" dirty="0" smtClean="0">
                <a:solidFill>
                  <a:srgbClr val="000000"/>
                </a:solidFill>
                <a:latin typeface="Arial" panose="020B0604020202020204" pitchFamily="34" charset="0"/>
                <a:ea typeface="Microsoft YaHei" panose="020B0503020204020204" pitchFamily="34" charset="-122"/>
              </a:rPr>
              <a:t>borrowing</a:t>
            </a:r>
            <a:endParaRPr lang="ru-RU" altLang="ru-RU" sz="1800" b="1" dirty="0">
              <a:solidFill>
                <a:srgbClr val="000000"/>
              </a:solidFill>
              <a:latin typeface="Arial" panose="020B0604020202020204" pitchFamily="34" charset="0"/>
              <a:ea typeface="Microsoft YaHei" panose="020B0503020204020204" pitchFamily="34" charset="-122"/>
            </a:endParaRPr>
          </a:p>
        </p:txBody>
      </p:sp>
      <p:sp>
        <p:nvSpPr>
          <p:cNvPr id="6" name="Rectangle 7"/>
          <p:cNvSpPr>
            <a:spLocks noChangeArrowheads="1"/>
          </p:cNvSpPr>
          <p:nvPr/>
        </p:nvSpPr>
        <p:spPr bwMode="auto">
          <a:xfrm>
            <a:off x="7984565" y="1181660"/>
            <a:ext cx="3921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C0504D"/>
                </a:solidFill>
                <a:latin typeface="Symbol" panose="05050102010706020507" pitchFamily="18" charset="2"/>
                <a:ea typeface="Microsoft YaHei" panose="020B0503020204020204" pitchFamily="34" charset="-122"/>
              </a:rPr>
              <a:t></a:t>
            </a:r>
          </a:p>
        </p:txBody>
      </p:sp>
      <p:sp>
        <p:nvSpPr>
          <p:cNvPr id="7" name="Rectangle 8"/>
          <p:cNvSpPr>
            <a:spLocks noChangeArrowheads="1"/>
          </p:cNvSpPr>
          <p:nvPr/>
        </p:nvSpPr>
        <p:spPr bwMode="auto">
          <a:xfrm>
            <a:off x="3620528" y="2980298"/>
            <a:ext cx="18034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en-US" altLang="ru-RU" sz="4000">
                <a:solidFill>
                  <a:srgbClr val="000000"/>
                </a:solidFill>
                <a:latin typeface="Arial" panose="020B0604020202020204" pitchFamily="34" charset="0"/>
                <a:ea typeface="Microsoft YaHei" panose="020B0503020204020204" pitchFamily="34" charset="-122"/>
              </a:rPr>
              <a:t>1 D D</a:t>
            </a:r>
            <a:r>
              <a:rPr lang="en-US" altLang="ru-RU" sz="4000" baseline="-25000">
                <a:solidFill>
                  <a:srgbClr val="000000"/>
                </a:solidFill>
                <a:latin typeface="Arial" panose="020B0604020202020204" pitchFamily="34" charset="0"/>
                <a:ea typeface="Microsoft YaHei" panose="020B0503020204020204" pitchFamily="34" charset="-122"/>
              </a:rPr>
              <a:t>16</a:t>
            </a:r>
          </a:p>
        </p:txBody>
      </p:sp>
      <p:sp>
        <p:nvSpPr>
          <p:cNvPr id="8" name="Line 9"/>
          <p:cNvSpPr>
            <a:spLocks noChangeShapeType="1"/>
          </p:cNvSpPr>
          <p:nvPr/>
        </p:nvSpPr>
        <p:spPr bwMode="auto">
          <a:xfrm>
            <a:off x="3410978" y="3016810"/>
            <a:ext cx="1979612" cy="1588"/>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9" name="Rectangle 10"/>
          <p:cNvSpPr>
            <a:spLocks noChangeArrowheads="1"/>
          </p:cNvSpPr>
          <p:nvPr/>
        </p:nvSpPr>
        <p:spPr bwMode="auto">
          <a:xfrm>
            <a:off x="6506603" y="1721410"/>
            <a:ext cx="2809875" cy="2052638"/>
          </a:xfrm>
          <a:prstGeom prst="rect">
            <a:avLst/>
          </a:prstGeom>
          <a:solidFill>
            <a:srgbClr val="DDDDDD"/>
          </a:solidFill>
          <a:ln>
            <a:noFill/>
          </a:ln>
          <a:effectLst>
            <a:outerShdw dist="53966" dir="2700000" algn="ctr" rotWithShape="0">
              <a:srgbClr val="1F497D"/>
            </a:outerShdw>
          </a:effectLst>
          <a:extLs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en-US" altLang="ru-RU" sz="4000" b="1">
                <a:solidFill>
                  <a:srgbClr val="FF0000"/>
                </a:solidFill>
                <a:latin typeface="Arial" panose="020B0604020202020204" pitchFamily="34" charset="0"/>
                <a:ea typeface="Microsoft YaHei" panose="020B0503020204020204" pitchFamily="34" charset="-122"/>
              </a:rPr>
              <a:t>1</a:t>
            </a:r>
            <a:r>
              <a:rPr lang="ru-RU" altLang="ru-RU" sz="4000" b="1">
                <a:solidFill>
                  <a:srgbClr val="FF0000"/>
                </a:solidFill>
                <a:latin typeface="Arial" panose="020B0604020202020204" pitchFamily="34" charset="0"/>
                <a:ea typeface="Microsoft YaHei" panose="020B0503020204020204" pitchFamily="34" charset="-122"/>
              </a:rPr>
              <a:t>2</a:t>
            </a:r>
            <a:r>
              <a:rPr lang="en-US" altLang="ru-RU" sz="4000">
                <a:solidFill>
                  <a:srgbClr val="FF0000"/>
                </a:solidFill>
                <a:latin typeface="Arial" panose="020B0604020202020204" pitchFamily="34" charset="0"/>
                <a:ea typeface="Microsoft YaHei" panose="020B0503020204020204" pitchFamily="34" charset="-122"/>
              </a:rPr>
              <a:t> </a:t>
            </a:r>
            <a:r>
              <a:rPr lang="en-US" altLang="ru-RU" sz="4000">
                <a:solidFill>
                  <a:srgbClr val="000000"/>
                </a:solidFill>
                <a:latin typeface="Arial" panose="020B0604020202020204" pitchFamily="34" charset="0"/>
                <a:ea typeface="Microsoft YaHei" panose="020B0503020204020204" pitchFamily="34" charset="-122"/>
              </a:rPr>
              <a:t> 5  </a:t>
            </a:r>
            <a:r>
              <a:rPr lang="en-US" altLang="ru-RU" sz="4000" b="1">
                <a:solidFill>
                  <a:srgbClr val="FF0000"/>
                </a:solidFill>
                <a:latin typeface="Arial" panose="020B0604020202020204" pitchFamily="34" charset="0"/>
                <a:ea typeface="Microsoft YaHei" panose="020B0503020204020204" pitchFamily="34" charset="-122"/>
              </a:rPr>
              <a:t>11</a:t>
            </a:r>
          </a:p>
          <a:p>
            <a:pPr algn="r" eaLnBrk="1" hangingPunct="1">
              <a:spcBef>
                <a:spcPct val="0"/>
              </a:spcBef>
              <a:buFontTx/>
              <a:buNone/>
            </a:pPr>
            <a:r>
              <a:rPr lang="ru-RU" altLang="ru-RU" sz="4000">
                <a:solidFill>
                  <a:srgbClr val="000000"/>
                </a:solidFill>
                <a:latin typeface="Arial" panose="020B0604020202020204" pitchFamily="34" charset="0"/>
                <a:ea typeface="Microsoft YaHei" panose="020B0503020204020204" pitchFamily="34" charset="-122"/>
              </a:rPr>
              <a:t>–</a:t>
            </a:r>
            <a:r>
              <a:rPr lang="en-US" altLang="ru-RU" sz="4000">
                <a:solidFill>
                  <a:srgbClr val="000000"/>
                </a:solidFill>
                <a:latin typeface="Arial" panose="020B0604020202020204" pitchFamily="34" charset="0"/>
                <a:ea typeface="Microsoft YaHei" panose="020B0503020204020204" pitchFamily="34" charset="-122"/>
              </a:rPr>
              <a:t> </a:t>
            </a:r>
            <a:r>
              <a:rPr lang="ru-RU" altLang="ru-RU" sz="4000">
                <a:solidFill>
                  <a:srgbClr val="000000"/>
                </a:solidFill>
                <a:latin typeface="Arial" panose="020B0604020202020204" pitchFamily="34" charset="0"/>
                <a:ea typeface="Microsoft YaHei" panose="020B0503020204020204" pitchFamily="34" charset="-122"/>
              </a:rPr>
              <a:t> </a:t>
            </a:r>
            <a:r>
              <a:rPr lang="en-US" altLang="ru-RU" sz="4000" b="1">
                <a:solidFill>
                  <a:srgbClr val="FF0000"/>
                </a:solidFill>
                <a:latin typeface="Arial" panose="020B0604020202020204" pitchFamily="34" charset="0"/>
                <a:ea typeface="Microsoft YaHei" panose="020B0503020204020204" pitchFamily="34" charset="-122"/>
              </a:rPr>
              <a:t>1</a:t>
            </a:r>
            <a:r>
              <a:rPr lang="ru-RU" altLang="ru-RU" sz="4000" b="1">
                <a:solidFill>
                  <a:srgbClr val="FF0000"/>
                </a:solidFill>
                <a:latin typeface="Arial" panose="020B0604020202020204" pitchFamily="34" charset="0"/>
                <a:ea typeface="Microsoft YaHei" panose="020B0503020204020204" pitchFamily="34" charset="-122"/>
              </a:rPr>
              <a:t>0</a:t>
            </a:r>
            <a:r>
              <a:rPr lang="en-US" altLang="ru-RU" sz="4000">
                <a:solidFill>
                  <a:srgbClr val="000000"/>
                </a:solidFill>
                <a:latin typeface="Arial" panose="020B0604020202020204" pitchFamily="34" charset="0"/>
                <a:ea typeface="Microsoft YaHei" panose="020B0503020204020204" pitchFamily="34" charset="-122"/>
              </a:rPr>
              <a:t>  7  </a:t>
            </a:r>
            <a:r>
              <a:rPr lang="en-US" altLang="ru-RU" sz="4000" b="1">
                <a:solidFill>
                  <a:srgbClr val="FF0000"/>
                </a:solidFill>
                <a:latin typeface="Arial" panose="020B0604020202020204" pitchFamily="34" charset="0"/>
                <a:ea typeface="Microsoft YaHei" panose="020B0503020204020204" pitchFamily="34" charset="-122"/>
              </a:rPr>
              <a:t>14</a:t>
            </a:r>
          </a:p>
          <a:p>
            <a:pPr algn="r" eaLnBrk="1" hangingPunct="1">
              <a:spcBef>
                <a:spcPts val="500"/>
              </a:spcBef>
              <a:buFontTx/>
              <a:buNone/>
            </a:pPr>
            <a:endParaRPr lang="en-US" altLang="ru-RU" sz="4000" b="1">
              <a:solidFill>
                <a:srgbClr val="FF0000"/>
              </a:solidFill>
              <a:latin typeface="Arial" panose="020B0604020202020204" pitchFamily="34" charset="0"/>
              <a:ea typeface="Microsoft YaHei" panose="020B0503020204020204" pitchFamily="34" charset="-122"/>
            </a:endParaRPr>
          </a:p>
        </p:txBody>
      </p:sp>
      <p:sp>
        <p:nvSpPr>
          <p:cNvPr id="10" name="Line 11"/>
          <p:cNvSpPr>
            <a:spLocks noChangeShapeType="1"/>
          </p:cNvSpPr>
          <p:nvPr/>
        </p:nvSpPr>
        <p:spPr bwMode="auto">
          <a:xfrm>
            <a:off x="6939990" y="3016810"/>
            <a:ext cx="2303463" cy="1588"/>
          </a:xfrm>
          <a:prstGeom prst="line">
            <a:avLst/>
          </a:prstGeom>
          <a:noFill/>
          <a:ln w="2556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1" name="Rectangle 12"/>
          <p:cNvSpPr>
            <a:spLocks noChangeArrowheads="1"/>
          </p:cNvSpPr>
          <p:nvPr/>
        </p:nvSpPr>
        <p:spPr bwMode="auto">
          <a:xfrm>
            <a:off x="7336865" y="1181660"/>
            <a:ext cx="3921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C0504D"/>
                </a:solidFill>
                <a:latin typeface="Symbol" panose="05050102010706020507" pitchFamily="18" charset="2"/>
                <a:ea typeface="Microsoft YaHei" panose="020B0503020204020204" pitchFamily="34" charset="-122"/>
              </a:rPr>
              <a:t></a:t>
            </a:r>
          </a:p>
        </p:txBody>
      </p:sp>
      <p:sp>
        <p:nvSpPr>
          <p:cNvPr id="12" name="Rectangle 13"/>
          <p:cNvSpPr>
            <a:spLocks noChangeArrowheads="1"/>
          </p:cNvSpPr>
          <p:nvPr/>
        </p:nvSpPr>
        <p:spPr bwMode="auto">
          <a:xfrm>
            <a:off x="4419040" y="4348723"/>
            <a:ext cx="4860925"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a:solidFill>
                  <a:srgbClr val="000000"/>
                </a:solidFill>
                <a:latin typeface="Arial" panose="020B0604020202020204" pitchFamily="34" charset="0"/>
                <a:ea typeface="Microsoft YaHei" panose="020B0503020204020204" pitchFamily="34" charset="-122"/>
              </a:rPr>
              <a:t>(</a:t>
            </a:r>
            <a:r>
              <a:rPr lang="en-US" altLang="ru-RU">
                <a:solidFill>
                  <a:srgbClr val="000000"/>
                </a:solidFill>
                <a:latin typeface="Arial" panose="020B0604020202020204" pitchFamily="34" charset="0"/>
                <a:ea typeface="Microsoft YaHei" panose="020B0503020204020204" pitchFamily="34" charset="-122"/>
              </a:rPr>
              <a:t>11+</a:t>
            </a:r>
            <a:r>
              <a:rPr lang="ru-RU" altLang="ru-RU" b="1">
                <a:solidFill>
                  <a:srgbClr val="C0504D"/>
                </a:solidFill>
                <a:latin typeface="Arial" panose="020B0604020202020204" pitchFamily="34" charset="0"/>
                <a:ea typeface="Microsoft YaHei" panose="020B0503020204020204" pitchFamily="34" charset="-122"/>
              </a:rPr>
              <a:t>16</a:t>
            </a:r>
            <a:r>
              <a:rPr lang="ru-RU" altLang="ru-RU">
                <a:solidFill>
                  <a:srgbClr val="000000"/>
                </a:solidFill>
                <a:latin typeface="Arial" panose="020B0604020202020204" pitchFamily="34" charset="0"/>
                <a:ea typeface="Microsoft YaHei" panose="020B0503020204020204" pitchFamily="34" charset="-122"/>
              </a:rPr>
              <a:t>)</a:t>
            </a:r>
            <a:r>
              <a:rPr lang="ru-RU" altLang="ru-RU" sz="4000">
                <a:solidFill>
                  <a:srgbClr val="000000"/>
                </a:solidFill>
                <a:latin typeface="Arial" panose="020B0604020202020204" pitchFamily="34" charset="0"/>
                <a:ea typeface="Microsoft YaHei" panose="020B0503020204020204" pitchFamily="34" charset="-122"/>
              </a:rPr>
              <a:t>–</a:t>
            </a:r>
            <a:r>
              <a:rPr lang="en-US" altLang="ru-RU">
                <a:solidFill>
                  <a:srgbClr val="000000"/>
                </a:solidFill>
                <a:latin typeface="Arial" panose="020B0604020202020204" pitchFamily="34" charset="0"/>
                <a:ea typeface="Microsoft YaHei" panose="020B0503020204020204" pitchFamily="34" charset="-122"/>
              </a:rPr>
              <a:t>14=</a:t>
            </a:r>
            <a:r>
              <a:rPr lang="ru-RU" altLang="ru-RU" b="1">
                <a:solidFill>
                  <a:srgbClr val="FF0000"/>
                </a:solidFill>
                <a:latin typeface="Arial" panose="020B0604020202020204" pitchFamily="34" charset="0"/>
                <a:ea typeface="Microsoft YaHei" panose="020B0503020204020204" pitchFamily="34" charset="-122"/>
              </a:rPr>
              <a:t>13</a:t>
            </a:r>
            <a:r>
              <a:rPr lang="ru-RU" altLang="ru-RU">
                <a:solidFill>
                  <a:srgbClr val="000000"/>
                </a:solidFill>
                <a:latin typeface="Arial" panose="020B0604020202020204" pitchFamily="34" charset="0"/>
                <a:ea typeface="Microsoft YaHei" panose="020B0503020204020204" pitchFamily="34" charset="-122"/>
              </a:rPr>
              <a:t>=</a:t>
            </a:r>
            <a:r>
              <a:rPr lang="en-US" altLang="ru-RU">
                <a:solidFill>
                  <a:srgbClr val="000000"/>
                </a:solidFill>
                <a:latin typeface="Arial" panose="020B0604020202020204" pitchFamily="34" charset="0"/>
                <a:ea typeface="Microsoft YaHei" panose="020B0503020204020204" pitchFamily="34" charset="-122"/>
              </a:rPr>
              <a:t>D</a:t>
            </a:r>
            <a:r>
              <a:rPr lang="en-US" altLang="ru-RU" baseline="-25000">
                <a:solidFill>
                  <a:srgbClr val="000000"/>
                </a:solidFill>
                <a:latin typeface="Arial" panose="020B0604020202020204" pitchFamily="34" charset="0"/>
                <a:ea typeface="Microsoft YaHei" panose="020B0503020204020204" pitchFamily="34" charset="-122"/>
              </a:rPr>
              <a:t>16</a:t>
            </a:r>
          </a:p>
          <a:p>
            <a:pPr eaLnBrk="1" hangingPunct="1">
              <a:spcBef>
                <a:spcPct val="0"/>
              </a:spcBef>
              <a:buFontTx/>
              <a:buNone/>
            </a:pPr>
            <a:r>
              <a:rPr lang="ru-RU" altLang="ru-RU">
                <a:solidFill>
                  <a:srgbClr val="000000"/>
                </a:solidFill>
                <a:latin typeface="Arial" panose="020B0604020202020204" pitchFamily="34" charset="0"/>
                <a:ea typeface="Microsoft YaHei" panose="020B0503020204020204" pitchFamily="34" charset="-122"/>
              </a:rPr>
              <a:t>(5 </a:t>
            </a:r>
            <a:r>
              <a:rPr lang="ru-RU" altLang="ru-RU" sz="4000">
                <a:solidFill>
                  <a:srgbClr val="000000"/>
                </a:solidFill>
                <a:latin typeface="Arial" panose="020B0604020202020204" pitchFamily="34" charset="0"/>
                <a:ea typeface="Microsoft YaHei" panose="020B0503020204020204" pitchFamily="34" charset="-122"/>
              </a:rPr>
              <a:t>–</a:t>
            </a:r>
            <a:r>
              <a:rPr lang="ru-RU" altLang="ru-RU">
                <a:solidFill>
                  <a:srgbClr val="000000"/>
                </a:solidFill>
                <a:latin typeface="Arial" panose="020B0604020202020204" pitchFamily="34" charset="0"/>
                <a:ea typeface="Microsoft YaHei" panose="020B0503020204020204" pitchFamily="34" charset="-122"/>
              </a:rPr>
              <a:t> </a:t>
            </a:r>
            <a:r>
              <a:rPr lang="ru-RU" altLang="ru-RU" b="1">
                <a:solidFill>
                  <a:srgbClr val="FF0000"/>
                </a:solidFill>
                <a:latin typeface="Arial" panose="020B0604020202020204" pitchFamily="34" charset="0"/>
                <a:ea typeface="Microsoft YaHei" panose="020B0503020204020204" pitchFamily="34" charset="-122"/>
              </a:rPr>
              <a:t>1</a:t>
            </a:r>
            <a:r>
              <a:rPr lang="ru-RU" altLang="ru-RU">
                <a:solidFill>
                  <a:srgbClr val="000000"/>
                </a:solidFill>
                <a:latin typeface="Arial" panose="020B0604020202020204" pitchFamily="34" charset="0"/>
                <a:ea typeface="Microsoft YaHei" panose="020B0503020204020204" pitchFamily="34" charset="-122"/>
              </a:rPr>
              <a:t>)+</a:t>
            </a:r>
            <a:r>
              <a:rPr lang="ru-RU" altLang="ru-RU" b="1">
                <a:solidFill>
                  <a:srgbClr val="C0504D"/>
                </a:solidFill>
                <a:latin typeface="Arial" panose="020B0604020202020204" pitchFamily="34" charset="0"/>
                <a:ea typeface="Microsoft YaHei" panose="020B0503020204020204" pitchFamily="34" charset="-122"/>
              </a:rPr>
              <a:t>16</a:t>
            </a:r>
            <a:r>
              <a:rPr lang="ru-RU" altLang="ru-RU">
                <a:solidFill>
                  <a:srgbClr val="000000"/>
                </a:solidFill>
                <a:latin typeface="Arial" panose="020B0604020202020204" pitchFamily="34" charset="0"/>
                <a:ea typeface="Microsoft YaHei" panose="020B0503020204020204" pitchFamily="34" charset="-122"/>
              </a:rPr>
              <a:t> </a:t>
            </a:r>
            <a:r>
              <a:rPr lang="ru-RU" altLang="ru-RU" sz="4000">
                <a:solidFill>
                  <a:srgbClr val="000000"/>
                </a:solidFill>
                <a:latin typeface="Arial" panose="020B0604020202020204" pitchFamily="34" charset="0"/>
                <a:ea typeface="Microsoft YaHei" panose="020B0503020204020204" pitchFamily="34" charset="-122"/>
              </a:rPr>
              <a:t>–</a:t>
            </a:r>
            <a:r>
              <a:rPr lang="ru-RU" altLang="ru-RU">
                <a:solidFill>
                  <a:srgbClr val="000000"/>
                </a:solidFill>
                <a:latin typeface="Arial" panose="020B0604020202020204" pitchFamily="34" charset="0"/>
                <a:ea typeface="Microsoft YaHei" panose="020B0503020204020204" pitchFamily="34" charset="-122"/>
              </a:rPr>
              <a:t> 7=</a:t>
            </a:r>
            <a:r>
              <a:rPr lang="ru-RU" altLang="ru-RU" b="1">
                <a:solidFill>
                  <a:srgbClr val="FF0000"/>
                </a:solidFill>
                <a:latin typeface="Arial" panose="020B0604020202020204" pitchFamily="34" charset="0"/>
                <a:ea typeface="Microsoft YaHei" panose="020B0503020204020204" pitchFamily="34" charset="-122"/>
              </a:rPr>
              <a:t>13</a:t>
            </a:r>
            <a:r>
              <a:rPr lang="ru-RU" altLang="ru-RU">
                <a:solidFill>
                  <a:srgbClr val="000000"/>
                </a:solidFill>
                <a:latin typeface="Arial" panose="020B0604020202020204" pitchFamily="34" charset="0"/>
                <a:ea typeface="Microsoft YaHei" panose="020B0503020204020204" pitchFamily="34" charset="-122"/>
              </a:rPr>
              <a:t>=</a:t>
            </a:r>
            <a:r>
              <a:rPr lang="en-US" altLang="ru-RU">
                <a:solidFill>
                  <a:srgbClr val="000000"/>
                </a:solidFill>
                <a:latin typeface="Arial" panose="020B0604020202020204" pitchFamily="34" charset="0"/>
                <a:ea typeface="Microsoft YaHei" panose="020B0503020204020204" pitchFamily="34" charset="-122"/>
              </a:rPr>
              <a:t>D</a:t>
            </a:r>
            <a:r>
              <a:rPr lang="en-US" altLang="ru-RU" baseline="-25000">
                <a:solidFill>
                  <a:srgbClr val="000000"/>
                </a:solidFill>
                <a:latin typeface="Arial" panose="020B0604020202020204" pitchFamily="34" charset="0"/>
                <a:ea typeface="Microsoft YaHei" panose="020B0503020204020204" pitchFamily="34" charset="-122"/>
              </a:rPr>
              <a:t>16</a:t>
            </a:r>
          </a:p>
          <a:p>
            <a:pPr eaLnBrk="1" hangingPunct="1">
              <a:spcBef>
                <a:spcPct val="0"/>
              </a:spcBef>
              <a:buFontTx/>
              <a:buNone/>
            </a:pPr>
            <a:r>
              <a:rPr lang="ru-RU" altLang="ru-RU">
                <a:solidFill>
                  <a:srgbClr val="000000"/>
                </a:solidFill>
                <a:latin typeface="Arial" panose="020B0604020202020204" pitchFamily="34" charset="0"/>
                <a:ea typeface="Microsoft YaHei" panose="020B0503020204020204" pitchFamily="34" charset="-122"/>
              </a:rPr>
              <a:t>(</a:t>
            </a:r>
            <a:r>
              <a:rPr lang="en-US" altLang="ru-RU">
                <a:solidFill>
                  <a:srgbClr val="000000"/>
                </a:solidFill>
                <a:latin typeface="Arial" panose="020B0604020202020204" pitchFamily="34" charset="0"/>
                <a:ea typeface="Microsoft YaHei" panose="020B0503020204020204" pitchFamily="34" charset="-122"/>
              </a:rPr>
              <a:t>12</a:t>
            </a:r>
            <a:r>
              <a:rPr lang="ru-RU" altLang="ru-RU">
                <a:solidFill>
                  <a:srgbClr val="000000"/>
                </a:solidFill>
                <a:latin typeface="Arial" panose="020B0604020202020204" pitchFamily="34" charset="0"/>
                <a:ea typeface="Microsoft YaHei" panose="020B0503020204020204" pitchFamily="34" charset="-122"/>
              </a:rPr>
              <a:t> – </a:t>
            </a:r>
            <a:r>
              <a:rPr lang="ru-RU" altLang="ru-RU" b="1">
                <a:solidFill>
                  <a:srgbClr val="FF0000"/>
                </a:solidFill>
                <a:latin typeface="Arial" panose="020B0604020202020204" pitchFamily="34" charset="0"/>
                <a:ea typeface="Microsoft YaHei" panose="020B0503020204020204" pitchFamily="34" charset="-122"/>
              </a:rPr>
              <a:t>1</a:t>
            </a:r>
            <a:r>
              <a:rPr lang="ru-RU" altLang="ru-RU">
                <a:solidFill>
                  <a:srgbClr val="000000"/>
                </a:solidFill>
                <a:latin typeface="Arial" panose="020B0604020202020204" pitchFamily="34" charset="0"/>
                <a:ea typeface="Microsoft YaHei" panose="020B0503020204020204" pitchFamily="34" charset="-122"/>
              </a:rPr>
              <a:t>) – 10 </a:t>
            </a:r>
            <a:r>
              <a:rPr lang="en-US" altLang="ru-RU">
                <a:solidFill>
                  <a:srgbClr val="000000"/>
                </a:solidFill>
                <a:latin typeface="Arial" panose="020B0604020202020204" pitchFamily="34" charset="0"/>
                <a:ea typeface="Microsoft YaHei" panose="020B0503020204020204" pitchFamily="34" charset="-122"/>
              </a:rPr>
              <a:t>=</a:t>
            </a:r>
            <a:r>
              <a:rPr lang="ru-RU" altLang="ru-RU">
                <a:solidFill>
                  <a:srgbClr val="000000"/>
                </a:solidFill>
                <a:latin typeface="Arial" panose="020B0604020202020204" pitchFamily="34" charset="0"/>
                <a:ea typeface="Microsoft YaHei" panose="020B0503020204020204" pitchFamily="34" charset="-122"/>
              </a:rPr>
              <a:t> 1</a:t>
            </a:r>
          </a:p>
          <a:p>
            <a:pPr eaLnBrk="1" hangingPunct="1">
              <a:spcBef>
                <a:spcPct val="0"/>
              </a:spcBef>
              <a:buFontTx/>
              <a:buNone/>
            </a:pPr>
            <a:endParaRPr lang="ru-RU" altLang="ru-RU">
              <a:solidFill>
                <a:srgbClr val="000000"/>
              </a:solidFill>
              <a:latin typeface="Arial" panose="020B0604020202020204" pitchFamily="34" charset="0"/>
              <a:ea typeface="Microsoft YaHei" panose="020B0503020204020204" pitchFamily="34" charset="-122"/>
            </a:endParaRPr>
          </a:p>
        </p:txBody>
      </p:sp>
      <p:sp>
        <p:nvSpPr>
          <p:cNvPr id="13" name="AutoShape 14"/>
          <p:cNvSpPr>
            <a:spLocks noChangeArrowheads="1"/>
          </p:cNvSpPr>
          <p:nvPr/>
        </p:nvSpPr>
        <p:spPr bwMode="auto">
          <a:xfrm>
            <a:off x="8776728" y="964173"/>
            <a:ext cx="1402605" cy="431800"/>
          </a:xfrm>
          <a:prstGeom prst="wedgeRoundRectCallout">
            <a:avLst>
              <a:gd name="adj1" fmla="val -87407"/>
              <a:gd name="adj2" fmla="val 77574"/>
              <a:gd name="adj3" fmla="val 16667"/>
            </a:avLst>
          </a:prstGeom>
          <a:solidFill>
            <a:srgbClr val="FFFF99"/>
          </a:solidFill>
          <a:ln>
            <a:noFill/>
          </a:ln>
          <a:effectLst>
            <a:outerShdw dist="17819" dir="2700000" algn="ctr" rotWithShape="0">
              <a:srgbClr val="1F497D"/>
            </a:outerShdw>
          </a:effectLst>
          <a:extLs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ctr" eaLnBrk="1" hangingPunct="1">
              <a:spcBef>
                <a:spcPct val="0"/>
              </a:spcBef>
              <a:buNone/>
            </a:pPr>
            <a:r>
              <a:rPr lang="en-US" altLang="ru-RU" sz="1800" b="1" dirty="0" smtClean="0">
                <a:solidFill>
                  <a:srgbClr val="000000"/>
                </a:solidFill>
                <a:latin typeface="Arial" panose="020B0604020202020204" pitchFamily="34" charset="0"/>
                <a:ea typeface="Microsoft YaHei" panose="020B0503020204020204" pitchFamily="34" charset="-122"/>
              </a:rPr>
              <a:t>borrowing</a:t>
            </a:r>
            <a:endParaRPr lang="ru-RU" altLang="ru-RU" sz="1800" b="1" dirty="0" smtClean="0">
              <a:solidFill>
                <a:srgbClr val="000000"/>
              </a:solidFill>
              <a:latin typeface="Arial" panose="020B0604020202020204" pitchFamily="34" charset="0"/>
              <a:ea typeface="Microsoft YaHei" panose="020B0503020204020204" pitchFamily="34" charset="-122"/>
            </a:endParaRPr>
          </a:p>
          <a:p>
            <a:pPr algn="ctr" eaLnBrk="1" hangingPunct="1">
              <a:spcBef>
                <a:spcPct val="0"/>
              </a:spcBef>
              <a:buFontTx/>
              <a:buNone/>
            </a:pPr>
            <a:endParaRPr lang="ru-RU" altLang="ru-RU" sz="1800" b="1" dirty="0">
              <a:solidFill>
                <a:srgbClr val="000000"/>
              </a:solidFill>
              <a:latin typeface="Arial" panose="020B0604020202020204" pitchFamily="34" charset="0"/>
              <a:ea typeface="Microsoft YaHei" panose="020B0503020204020204" pitchFamily="34" charset="-122"/>
            </a:endParaRPr>
          </a:p>
        </p:txBody>
      </p:sp>
      <p:sp>
        <p:nvSpPr>
          <p:cNvPr id="14" name="Rectangle 15"/>
          <p:cNvSpPr>
            <a:spLocks noChangeArrowheads="1"/>
          </p:cNvSpPr>
          <p:nvPr/>
        </p:nvSpPr>
        <p:spPr bwMode="auto">
          <a:xfrm>
            <a:off x="7878203" y="3016810"/>
            <a:ext cx="744537"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en-US" altLang="ru-RU" sz="4000" b="1">
                <a:solidFill>
                  <a:srgbClr val="FF0000"/>
                </a:solidFill>
                <a:latin typeface="Arial" panose="020B0604020202020204" pitchFamily="34" charset="0"/>
                <a:ea typeface="Microsoft YaHei" panose="020B0503020204020204" pitchFamily="34" charset="-122"/>
              </a:rPr>
              <a:t>13</a:t>
            </a:r>
          </a:p>
        </p:txBody>
      </p:sp>
      <p:sp>
        <p:nvSpPr>
          <p:cNvPr id="15" name="Rectangle 16"/>
          <p:cNvSpPr>
            <a:spLocks noChangeArrowheads="1"/>
          </p:cNvSpPr>
          <p:nvPr/>
        </p:nvSpPr>
        <p:spPr bwMode="auto">
          <a:xfrm>
            <a:off x="7338453" y="3016810"/>
            <a:ext cx="461962"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en-US" altLang="ru-RU" sz="4000">
                <a:solidFill>
                  <a:srgbClr val="000000"/>
                </a:solidFill>
                <a:latin typeface="Arial" panose="020B0604020202020204" pitchFamily="34" charset="0"/>
                <a:ea typeface="Microsoft YaHei" panose="020B0503020204020204" pitchFamily="34" charset="-122"/>
              </a:rPr>
              <a:t>1</a:t>
            </a:r>
          </a:p>
        </p:txBody>
      </p:sp>
      <p:sp>
        <p:nvSpPr>
          <p:cNvPr id="16" name="Rectangle 17"/>
          <p:cNvSpPr>
            <a:spLocks noChangeArrowheads="1"/>
          </p:cNvSpPr>
          <p:nvPr/>
        </p:nvSpPr>
        <p:spPr bwMode="auto">
          <a:xfrm>
            <a:off x="8598928" y="3016810"/>
            <a:ext cx="744537"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en-US" altLang="ru-RU" sz="4000" b="1">
                <a:solidFill>
                  <a:srgbClr val="FF0000"/>
                </a:solidFill>
                <a:latin typeface="Arial" panose="020B0604020202020204" pitchFamily="34" charset="0"/>
                <a:ea typeface="Microsoft YaHei" panose="020B0503020204020204" pitchFamily="34" charset="-122"/>
              </a:rPr>
              <a:t>13</a:t>
            </a:r>
          </a:p>
        </p:txBody>
      </p:sp>
      <p:sp>
        <p:nvSpPr>
          <p:cNvPr id="17" name="Text 0"/>
          <p:cNvSpPr/>
          <p:nvPr/>
        </p:nvSpPr>
        <p:spPr>
          <a:xfrm>
            <a:off x="3950821" y="430729"/>
            <a:ext cx="5044077" cy="532308"/>
          </a:xfrm>
          <a:prstGeom prst="rect">
            <a:avLst/>
          </a:prstGeom>
          <a:noFill/>
          <a:ln/>
        </p:spPr>
        <p:txBody>
          <a:bodyPr wrap="none" lIns="0" tIns="0" rIns="0" bIns="0" rtlCol="0" anchor="t"/>
          <a:lstStyle/>
          <a:p>
            <a:pPr>
              <a:lnSpc>
                <a:spcPts val="4167"/>
              </a:lnSpc>
            </a:pPr>
            <a:r>
              <a:rPr lang="en-US" sz="3333" b="1" dirty="0">
                <a:solidFill>
                  <a:srgbClr val="000000"/>
                </a:solidFill>
                <a:latin typeface="Petrona Bold" pitchFamily="34" charset="0"/>
                <a:ea typeface="Petrona Bold" pitchFamily="34" charset="-122"/>
                <a:cs typeface="Petrona Bold" pitchFamily="34" charset="-120"/>
              </a:rPr>
              <a:t>Arithmetic </a:t>
            </a:r>
            <a:r>
              <a:rPr lang="en-US" sz="3333" b="1" dirty="0" smtClean="0">
                <a:solidFill>
                  <a:srgbClr val="000000"/>
                </a:solidFill>
                <a:latin typeface="Petrona Bold" pitchFamily="34" charset="0"/>
                <a:ea typeface="Petrona Bold" pitchFamily="34" charset="-122"/>
                <a:cs typeface="Petrona Bold" pitchFamily="34" charset="-120"/>
              </a:rPr>
              <a:t>Operations</a:t>
            </a:r>
            <a:endParaRPr lang="en-US" sz="3333" dirty="0"/>
          </a:p>
        </p:txBody>
      </p:sp>
    </p:spTree>
    <p:extLst>
      <p:ext uri="{BB962C8B-B14F-4D97-AF65-F5344CB8AC3E}">
        <p14:creationId xmlns:p14="http://schemas.microsoft.com/office/powerpoint/2010/main" val="64900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fill="hold" nodeType="clickEffect">
                                  <p:stCondLst>
                                    <p:cond delay="0"/>
                                  </p:stCondLst>
                                  <p:childTnLst>
                                    <p:set>
                                      <p:cBhvr additive="repl">
                                        <p:cTn id="6" dur="1" fill="hold">
                                          <p:stCondLst>
                                            <p:cond delay="0"/>
                                          </p:stCondLst>
                                        </p:cTn>
                                        <p:tgtEl>
                                          <p:spTgt spid="9"/>
                                        </p:tgtEl>
                                        <p:attrNameLst>
                                          <p:attrName>style.visibility</p:attrName>
                                        </p:attrNameLst>
                                      </p:cBhvr>
                                      <p:to>
                                        <p:strVal val="visible"/>
                                      </p:to>
                                    </p:set>
                                    <p:animEffect transition="in" filter="dissolve">
                                      <p:cBhvr additive="repl">
                                        <p:cTn id="7" dur="500"/>
                                        <p:tgtEl>
                                          <p:spTgt spid="9"/>
                                        </p:tgtEl>
                                      </p:cBhvr>
                                    </p:animEffect>
                                  </p:childTnLst>
                                </p:cTn>
                              </p:par>
                              <p:par>
                                <p:cTn id="8" presetID="9" presetClass="entr" fill="hold" nodeType="withEffect">
                                  <p:stCondLst>
                                    <p:cond delay="0"/>
                                  </p:stCondLst>
                                  <p:childTnLst>
                                    <p:set>
                                      <p:cBhvr additive="repl">
                                        <p:cTn id="9" dur="1" fill="hold">
                                          <p:stCondLst>
                                            <p:cond delay="0"/>
                                          </p:stCondLst>
                                        </p:cTn>
                                        <p:tgtEl>
                                          <p:spTgt spid="10"/>
                                        </p:tgtEl>
                                        <p:attrNameLst>
                                          <p:attrName>style.visibility</p:attrName>
                                        </p:attrNameLst>
                                      </p:cBhvr>
                                      <p:to>
                                        <p:strVal val="visible"/>
                                      </p:to>
                                    </p:set>
                                    <p:animEffect transition="in" filter="dissolve">
                                      <p:cBhvr additive="repl">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fill="hold" nodeType="clickEffect">
                                  <p:stCondLst>
                                    <p:cond delay="0"/>
                                  </p:stCondLst>
                                  <p:childTnLst>
                                    <p:set>
                                      <p:cBhvr additive="repl">
                                        <p:cTn id="14" dur="1" fill="hold">
                                          <p:stCondLst>
                                            <p:cond delay="0"/>
                                          </p:stCondLst>
                                        </p:cTn>
                                        <p:tgtEl>
                                          <p:spTgt spid="6"/>
                                        </p:tgtEl>
                                        <p:attrNameLst>
                                          <p:attrName>style.visibility</p:attrName>
                                        </p:attrNameLst>
                                      </p:cBhvr>
                                      <p:to>
                                        <p:strVal val="visible"/>
                                      </p:to>
                                    </p:set>
                                    <p:animEffect transition="in" filter="dissolve">
                                      <p:cBhvr additive="repl">
                                        <p:cTn id="15" dur="500"/>
                                        <p:tgtEl>
                                          <p:spTgt spid="6"/>
                                        </p:tgtEl>
                                      </p:cBhvr>
                                    </p:animEffect>
                                  </p:childTnLst>
                                </p:cTn>
                              </p:par>
                              <p:par>
                                <p:cTn id="16" presetID="9" presetClass="entr" fill="hold" nodeType="withEffect">
                                  <p:stCondLst>
                                    <p:cond delay="0"/>
                                  </p:stCondLst>
                                  <p:childTnLst>
                                    <p:set>
                                      <p:cBhvr additive="repl">
                                        <p:cTn id="17" dur="1" fill="hold">
                                          <p:stCondLst>
                                            <p:cond delay="0"/>
                                          </p:stCondLst>
                                        </p:cTn>
                                        <p:tgtEl>
                                          <p:spTgt spid="13"/>
                                        </p:tgtEl>
                                        <p:attrNameLst>
                                          <p:attrName>style.visibility</p:attrName>
                                        </p:attrNameLst>
                                      </p:cBhvr>
                                      <p:to>
                                        <p:strVal val="visible"/>
                                      </p:to>
                                    </p:set>
                                    <p:animEffect transition="in" filter="dissolve">
                                      <p:cBhvr additive="repl">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fill="hold" nodeType="clickEffect">
                                  <p:stCondLst>
                                    <p:cond delay="0"/>
                                  </p:stCondLst>
                                  <p:childTnLst>
                                    <p:set>
                                      <p:cBhvr additive="repl">
                                        <p:cTn id="22" dur="1" fill="hold">
                                          <p:stCondLst>
                                            <p:cond delay="0"/>
                                          </p:stCondLst>
                                        </p:cTn>
                                        <p:tgtEl>
                                          <p:spTgt spid="12">
                                            <p:txEl>
                                              <p:pRg st="0" end="0"/>
                                            </p:txEl>
                                          </p:spTgt>
                                        </p:tgtEl>
                                        <p:attrNameLst>
                                          <p:attrName>style.visibility</p:attrName>
                                        </p:attrNameLst>
                                      </p:cBhvr>
                                      <p:to>
                                        <p:strVal val="visible"/>
                                      </p:to>
                                    </p:set>
                                    <p:animEffect transition="in" filter="dissolve">
                                      <p:cBhvr additive="repl">
                                        <p:cTn id="23" dur="500"/>
                                        <p:tgtEl>
                                          <p:spTgt spid="12">
                                            <p:txEl>
                                              <p:pRg st="0" end="0"/>
                                            </p:txEl>
                                          </p:spTgt>
                                        </p:tgtEl>
                                      </p:cBhvr>
                                    </p:animEffect>
                                  </p:childTnLst>
                                </p:cTn>
                              </p:par>
                              <p:par>
                                <p:cTn id="24" presetID="9" presetClass="exit" fill="hold" nodeType="withEffect">
                                  <p:stCondLst>
                                    <p:cond delay="0"/>
                                  </p:stCondLst>
                                  <p:childTnLst>
                                    <p:animEffect transition="out" filter="dissolve">
                                      <p:cBhvr additive="repl">
                                        <p:cTn id="25" dur="500"/>
                                        <p:tgtEl>
                                          <p:spTgt spid="13"/>
                                        </p:tgtEl>
                                      </p:cBhvr>
                                    </p:animEffect>
                                    <p:set>
                                      <p:cBhvr additive="repl">
                                        <p:cTn id="26" dur="1" fill="hold">
                                          <p:stCondLst>
                                            <p:cond delay="0"/>
                                          </p:stCondLst>
                                        </p:cTn>
                                        <p:tgtEl>
                                          <p:spTgt spid="13"/>
                                        </p:tgtEl>
                                        <p:attrNameLst>
                                          <p:attrName>style.visibility</p:attrName>
                                        </p:attrNameLst>
                                      </p:cBhvr>
                                      <p:to>
                                        <p:strVal val="hidden"/>
                                      </p:to>
                                    </p:set>
                                  </p:childTnLst>
                                </p:cTn>
                              </p:par>
                              <p:par>
                                <p:cTn id="27" presetID="9" presetClass="entr" fill="hold" nodeType="withEffect">
                                  <p:stCondLst>
                                    <p:cond delay="0"/>
                                  </p:stCondLst>
                                  <p:childTnLst>
                                    <p:set>
                                      <p:cBhvr additive="repl">
                                        <p:cTn id="28" dur="1" fill="hold">
                                          <p:stCondLst>
                                            <p:cond delay="0"/>
                                          </p:stCondLst>
                                        </p:cTn>
                                        <p:tgtEl>
                                          <p:spTgt spid="5"/>
                                        </p:tgtEl>
                                        <p:attrNameLst>
                                          <p:attrName>style.visibility</p:attrName>
                                        </p:attrNameLst>
                                      </p:cBhvr>
                                      <p:to>
                                        <p:strVal val="visible"/>
                                      </p:to>
                                    </p:set>
                                    <p:animEffect transition="in" filter="dissolve">
                                      <p:cBhvr additive="repl">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fill="hold" nodeType="clickEffect">
                                  <p:stCondLst>
                                    <p:cond delay="0"/>
                                  </p:stCondLst>
                                  <p:childTnLst>
                                    <p:set>
                                      <p:cBhvr additive="repl">
                                        <p:cTn id="33" dur="1" fill="hold">
                                          <p:stCondLst>
                                            <p:cond delay="0"/>
                                          </p:stCondLst>
                                        </p:cTn>
                                        <p:tgtEl>
                                          <p:spTgt spid="16"/>
                                        </p:tgtEl>
                                        <p:attrNameLst>
                                          <p:attrName>style.visibility</p:attrName>
                                        </p:attrNameLst>
                                      </p:cBhvr>
                                      <p:to>
                                        <p:strVal val="visible"/>
                                      </p:to>
                                    </p:set>
                                    <p:animEffect transition="in" filter="dissolve">
                                      <p:cBhvr additive="repl">
                                        <p:cTn id="34" dur="500"/>
                                        <p:tgtEl>
                                          <p:spTgt spid="16"/>
                                        </p:tgtEl>
                                      </p:cBhvr>
                                    </p:animEffect>
                                  </p:childTnLst>
                                </p:cTn>
                              </p:par>
                              <p:par>
                                <p:cTn id="35" presetID="9" presetClass="exit" fill="hold" nodeType="withEffect">
                                  <p:stCondLst>
                                    <p:cond delay="0"/>
                                  </p:stCondLst>
                                  <p:childTnLst>
                                    <p:animEffect transition="out" filter="dissolve">
                                      <p:cBhvr additive="repl">
                                        <p:cTn id="36" dur="500"/>
                                        <p:tgtEl>
                                          <p:spTgt spid="5"/>
                                        </p:tgtEl>
                                      </p:cBhvr>
                                    </p:animEffect>
                                    <p:set>
                                      <p:cBhvr additive="repl">
                                        <p:cTn id="37" dur="1" fill="hold">
                                          <p:stCondLst>
                                            <p:cond delay="0"/>
                                          </p:stCondLst>
                                        </p:cTn>
                                        <p:tgtEl>
                                          <p:spTgt spid="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ntr" fill="hold" nodeType="clickEffect">
                                  <p:stCondLst>
                                    <p:cond delay="0"/>
                                  </p:stCondLst>
                                  <p:childTnLst>
                                    <p:set>
                                      <p:cBhvr additive="repl">
                                        <p:cTn id="41" dur="1" fill="hold">
                                          <p:stCondLst>
                                            <p:cond delay="0"/>
                                          </p:stCondLst>
                                        </p:cTn>
                                        <p:tgtEl>
                                          <p:spTgt spid="11"/>
                                        </p:tgtEl>
                                        <p:attrNameLst>
                                          <p:attrName>style.visibility</p:attrName>
                                        </p:attrNameLst>
                                      </p:cBhvr>
                                      <p:to>
                                        <p:strVal val="visible"/>
                                      </p:to>
                                    </p:set>
                                    <p:animEffect transition="in" filter="dissolve">
                                      <p:cBhvr additive="repl">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fill="hold" nodeType="clickEffect">
                                  <p:stCondLst>
                                    <p:cond delay="0"/>
                                  </p:stCondLst>
                                  <p:childTnLst>
                                    <p:set>
                                      <p:cBhvr additive="repl">
                                        <p:cTn id="46" dur="1" fill="hold">
                                          <p:stCondLst>
                                            <p:cond delay="0"/>
                                          </p:stCondLst>
                                        </p:cTn>
                                        <p:tgtEl>
                                          <p:spTgt spid="12">
                                            <p:txEl>
                                              <p:pRg st="1" end="1"/>
                                            </p:txEl>
                                          </p:spTgt>
                                        </p:tgtEl>
                                        <p:attrNameLst>
                                          <p:attrName>style.visibility</p:attrName>
                                        </p:attrNameLst>
                                      </p:cBhvr>
                                      <p:to>
                                        <p:strVal val="visible"/>
                                      </p:to>
                                    </p:set>
                                    <p:animEffect transition="in" filter="dissolve">
                                      <p:cBhvr additive="repl">
                                        <p:cTn id="47" dur="500"/>
                                        <p:tgtEl>
                                          <p:spTgt spid="12">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fill="hold" nodeType="clickEffect">
                                  <p:stCondLst>
                                    <p:cond delay="0"/>
                                  </p:stCondLst>
                                  <p:childTnLst>
                                    <p:set>
                                      <p:cBhvr additive="repl">
                                        <p:cTn id="51" dur="1" fill="hold">
                                          <p:stCondLst>
                                            <p:cond delay="0"/>
                                          </p:stCondLst>
                                        </p:cTn>
                                        <p:tgtEl>
                                          <p:spTgt spid="14"/>
                                        </p:tgtEl>
                                        <p:attrNameLst>
                                          <p:attrName>style.visibility</p:attrName>
                                        </p:attrNameLst>
                                      </p:cBhvr>
                                      <p:to>
                                        <p:strVal val="visible"/>
                                      </p:to>
                                    </p:set>
                                    <p:animEffect transition="in" filter="dissolve">
                                      <p:cBhvr additive="repl">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fill="hold" nodeType="clickEffect">
                                  <p:stCondLst>
                                    <p:cond delay="0"/>
                                  </p:stCondLst>
                                  <p:childTnLst>
                                    <p:set>
                                      <p:cBhvr additive="repl">
                                        <p:cTn id="56" dur="1" fill="hold">
                                          <p:stCondLst>
                                            <p:cond delay="0"/>
                                          </p:stCondLst>
                                        </p:cTn>
                                        <p:tgtEl>
                                          <p:spTgt spid="12">
                                            <p:txEl>
                                              <p:pRg st="2" end="2"/>
                                            </p:txEl>
                                          </p:spTgt>
                                        </p:tgtEl>
                                        <p:attrNameLst>
                                          <p:attrName>style.visibility</p:attrName>
                                        </p:attrNameLst>
                                      </p:cBhvr>
                                      <p:to>
                                        <p:strVal val="visible"/>
                                      </p:to>
                                    </p:set>
                                    <p:animEffect transition="in" filter="dissolve">
                                      <p:cBhvr additive="repl">
                                        <p:cTn id="57" dur="500"/>
                                        <p:tgtEl>
                                          <p:spTgt spid="12">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fill="hold" nodeType="clickEffect">
                                  <p:stCondLst>
                                    <p:cond delay="0"/>
                                  </p:stCondLst>
                                  <p:childTnLst>
                                    <p:set>
                                      <p:cBhvr additive="repl">
                                        <p:cTn id="61" dur="1" fill="hold">
                                          <p:stCondLst>
                                            <p:cond delay="0"/>
                                          </p:stCondLst>
                                        </p:cTn>
                                        <p:tgtEl>
                                          <p:spTgt spid="15"/>
                                        </p:tgtEl>
                                        <p:attrNameLst>
                                          <p:attrName>style.visibility</p:attrName>
                                        </p:attrNameLst>
                                      </p:cBhvr>
                                      <p:to>
                                        <p:strVal val="visible"/>
                                      </p:to>
                                    </p:set>
                                    <p:animEffect transition="in" filter="dissolve">
                                      <p:cBhvr additive="repl">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fill="hold" nodeType="clickEffect">
                                  <p:stCondLst>
                                    <p:cond delay="0"/>
                                  </p:stCondLst>
                                  <p:childTnLst>
                                    <p:set>
                                      <p:cBhvr additive="repl">
                                        <p:cTn id="66" dur="1" fill="hold">
                                          <p:stCondLst>
                                            <p:cond delay="0"/>
                                          </p:stCondLst>
                                        </p:cTn>
                                        <p:tgtEl>
                                          <p:spTgt spid="7"/>
                                        </p:tgtEl>
                                        <p:attrNameLst>
                                          <p:attrName>style.visibility</p:attrName>
                                        </p:attrNameLst>
                                      </p:cBhvr>
                                      <p:to>
                                        <p:strVal val="visible"/>
                                      </p:to>
                                    </p:set>
                                    <p:animEffect transition="in" filter="dissolve">
                                      <p:cBhvr additive="repl">
                                        <p:cTn id="6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ChangeArrowheads="1"/>
          </p:cNvSpPr>
          <p:nvPr/>
        </p:nvSpPr>
        <p:spPr bwMode="auto">
          <a:xfrm>
            <a:off x="1579376" y="1196695"/>
            <a:ext cx="2520950" cy="2052637"/>
          </a:xfrm>
          <a:prstGeom prst="rect">
            <a:avLst/>
          </a:prstGeom>
          <a:solidFill>
            <a:srgbClr val="F8F8F8"/>
          </a:solidFill>
          <a:ln w="9360" cap="sq">
            <a:solidFill>
              <a:srgbClr val="000000"/>
            </a:solidFill>
            <a:miter lim="800000"/>
            <a:headEnd/>
            <a:tailEnd/>
          </a:ln>
          <a:effectLst>
            <a:outerShdw dist="53966" dir="2700000" algn="ctr" rotWithShape="0">
              <a:srgbClr val="1F497D"/>
            </a:outerShdw>
          </a:effectLst>
        </p:spPr>
        <p:txBody>
          <a:bodyPr wrap="none" lIns="90000" tIns="46800" rIns="90000" bIns="46800"/>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algn="r" eaLnBrk="1" hangingPunct="1">
              <a:spcBef>
                <a:spcPct val="0"/>
              </a:spcBef>
              <a:buFontTx/>
              <a:buNone/>
            </a:pPr>
            <a:r>
              <a:rPr lang="en-US" altLang="ru-RU" sz="4000" dirty="0">
                <a:solidFill>
                  <a:srgbClr val="000000"/>
                </a:solidFill>
                <a:latin typeface="Arial" panose="020B0604020202020204" pitchFamily="34" charset="0"/>
                <a:ea typeface="Microsoft YaHei" panose="020B0503020204020204" pitchFamily="34" charset="-122"/>
              </a:rPr>
              <a:t>1</a:t>
            </a:r>
            <a:r>
              <a:rPr lang="ru-RU" altLang="ru-RU" sz="4000" dirty="0">
                <a:solidFill>
                  <a:srgbClr val="000000"/>
                </a:solidFill>
                <a:latin typeface="Arial" panose="020B0604020202020204" pitchFamily="34" charset="0"/>
                <a:ea typeface="Microsoft YaHei" panose="020B0503020204020204" pitchFamily="34" charset="-122"/>
              </a:rPr>
              <a:t>0</a:t>
            </a:r>
            <a:r>
              <a:rPr lang="en-US" altLang="ru-RU" sz="4000" dirty="0">
                <a:solidFill>
                  <a:srgbClr val="000000"/>
                </a:solidFill>
                <a:latin typeface="Arial" panose="020B0604020202020204" pitchFamily="34" charset="0"/>
                <a:ea typeface="Microsoft YaHei" panose="020B0503020204020204" pitchFamily="34" charset="-122"/>
              </a:rPr>
              <a:t> </a:t>
            </a:r>
            <a:r>
              <a:rPr lang="ru-RU" altLang="ru-RU" sz="4000" dirty="0">
                <a:solidFill>
                  <a:srgbClr val="000000"/>
                </a:solidFill>
                <a:latin typeface="Arial" panose="020B0604020202020204" pitchFamily="34" charset="0"/>
                <a:ea typeface="Microsoft YaHei" panose="020B0503020204020204" pitchFamily="34" charset="-122"/>
              </a:rPr>
              <a:t>В</a:t>
            </a:r>
            <a:r>
              <a:rPr lang="en-US" altLang="ru-RU" sz="4000" dirty="0">
                <a:solidFill>
                  <a:srgbClr val="000000"/>
                </a:solidFill>
                <a:latin typeface="Arial" panose="020B0604020202020204" pitchFamily="34" charset="0"/>
                <a:ea typeface="Microsoft YaHei" panose="020B0503020204020204" pitchFamily="34" charset="-122"/>
              </a:rPr>
              <a:t> </a:t>
            </a:r>
            <a:r>
              <a:rPr lang="ru-RU" altLang="ru-RU" sz="4000" dirty="0">
                <a:solidFill>
                  <a:srgbClr val="000000"/>
                </a:solidFill>
                <a:latin typeface="Arial" panose="020B0604020202020204" pitchFamily="34" charset="0"/>
                <a:ea typeface="Microsoft YaHei" panose="020B0503020204020204" pitchFamily="34" charset="-122"/>
              </a:rPr>
              <a:t>А</a:t>
            </a:r>
            <a:r>
              <a:rPr lang="en-US" altLang="ru-RU" sz="4000" baseline="-25000" dirty="0">
                <a:solidFill>
                  <a:srgbClr val="000000"/>
                </a:solidFill>
                <a:latin typeface="Arial" panose="020B0604020202020204" pitchFamily="34" charset="0"/>
                <a:ea typeface="Microsoft YaHei" panose="020B0503020204020204" pitchFamily="34" charset="-122"/>
              </a:rPr>
              <a:t>16</a:t>
            </a:r>
          </a:p>
          <a:p>
            <a:pPr algn="r" eaLnBrk="1" hangingPunct="1">
              <a:spcBef>
                <a:spcPct val="0"/>
              </a:spcBef>
              <a:buFontTx/>
              <a:buNone/>
            </a:pPr>
            <a:r>
              <a:rPr lang="ru-RU" altLang="ru-RU" sz="4000" dirty="0">
                <a:solidFill>
                  <a:srgbClr val="000000"/>
                </a:solidFill>
                <a:latin typeface="Arial" panose="020B0604020202020204" pitchFamily="34" charset="0"/>
                <a:ea typeface="Microsoft YaHei" panose="020B0503020204020204" pitchFamily="34" charset="-122"/>
              </a:rPr>
              <a:t>–</a:t>
            </a:r>
            <a:r>
              <a:rPr lang="en-US" altLang="ru-RU" sz="4000" dirty="0">
                <a:solidFill>
                  <a:srgbClr val="000000"/>
                </a:solidFill>
                <a:latin typeface="Arial" panose="020B0604020202020204" pitchFamily="34" charset="0"/>
                <a:ea typeface="Microsoft YaHei" panose="020B0503020204020204" pitchFamily="34" charset="-122"/>
              </a:rPr>
              <a:t>   A 5 9</a:t>
            </a:r>
            <a:r>
              <a:rPr lang="en-US" altLang="ru-RU" sz="4000" baseline="-25000" dirty="0">
                <a:solidFill>
                  <a:srgbClr val="000000"/>
                </a:solidFill>
                <a:latin typeface="Arial" panose="020B0604020202020204" pitchFamily="34" charset="0"/>
                <a:ea typeface="Microsoft YaHei" panose="020B0503020204020204" pitchFamily="34" charset="-122"/>
              </a:rPr>
              <a:t>16</a:t>
            </a:r>
          </a:p>
          <a:p>
            <a:pPr algn="r" eaLnBrk="1" hangingPunct="1">
              <a:spcBef>
                <a:spcPct val="0"/>
              </a:spcBef>
              <a:buFontTx/>
              <a:buNone/>
            </a:pPr>
            <a:endParaRPr lang="en-US" altLang="ru-RU" sz="4000" baseline="-25000" dirty="0">
              <a:solidFill>
                <a:srgbClr val="000000"/>
              </a:solidFill>
              <a:latin typeface="Arial" panose="020B0604020202020204" pitchFamily="34" charset="0"/>
              <a:ea typeface="Microsoft YaHei" panose="020B0503020204020204" pitchFamily="34" charset="-122"/>
            </a:endParaRPr>
          </a:p>
        </p:txBody>
      </p:sp>
    </p:spTree>
    <p:extLst>
      <p:ext uri="{BB962C8B-B14F-4D97-AF65-F5344CB8AC3E}">
        <p14:creationId xmlns:p14="http://schemas.microsoft.com/office/powerpoint/2010/main" val="355066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2297579" y="4313985"/>
            <a:ext cx="2987675" cy="682625"/>
          </a:xfrm>
          <a:prstGeom prst="rect">
            <a:avLst/>
          </a:prstGeom>
          <a:solidFill>
            <a:srgbClr val="FFFF99"/>
          </a:solidFill>
          <a:ln>
            <a:noFill/>
          </a:ln>
          <a:effectLst>
            <a:outerShdw dist="17819" dir="2700000" algn="ctr" rotWithShape="0">
              <a:srgbClr val="000000"/>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Clr>
                <a:srgbClr val="000000"/>
              </a:buClr>
              <a:buFont typeface="Times New Roman" panose="02020603050405020304" pitchFamily="18" charset="0"/>
              <a:buNone/>
            </a:pPr>
            <a:endParaRPr lang="ru-RU" altLang="ru-RU" sz="1800">
              <a:latin typeface="Arial" panose="020B0604020202020204" pitchFamily="34" charset="0"/>
            </a:endParaRPr>
          </a:p>
        </p:txBody>
      </p:sp>
      <p:sp>
        <p:nvSpPr>
          <p:cNvPr id="5" name="Rectangle 8"/>
          <p:cNvSpPr>
            <a:spLocks noChangeArrowheads="1"/>
          </p:cNvSpPr>
          <p:nvPr/>
        </p:nvSpPr>
        <p:spPr bwMode="auto">
          <a:xfrm>
            <a:off x="2742079" y="1756522"/>
            <a:ext cx="2486025"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1 0 1 0 1</a:t>
            </a:r>
            <a:r>
              <a:rPr lang="ru-RU" altLang="ru-RU" sz="3600" b="1" baseline="-25000">
                <a:solidFill>
                  <a:srgbClr val="000000"/>
                </a:solidFill>
                <a:latin typeface="Arial" panose="020B0604020202020204" pitchFamily="34" charset="0"/>
                <a:ea typeface="Microsoft YaHei" panose="020B0503020204020204" pitchFamily="34" charset="-122"/>
              </a:rPr>
              <a:t>2</a:t>
            </a:r>
          </a:p>
          <a:p>
            <a:pPr eaLnBrk="1" hangingPunct="1">
              <a:spcBef>
                <a:spcPct val="0"/>
              </a:spcBef>
              <a:buFontTx/>
              <a:buNone/>
            </a:pPr>
            <a:r>
              <a:rPr lang="ru-RU" altLang="ru-RU" sz="3600" b="1">
                <a:solidFill>
                  <a:srgbClr val="000000"/>
                </a:solidFill>
                <a:latin typeface="Symbol" panose="05050102010706020507" pitchFamily="18" charset="2"/>
                <a:ea typeface="Microsoft YaHei" panose="020B0503020204020204" pitchFamily="34" charset="-122"/>
              </a:rPr>
              <a:t></a:t>
            </a:r>
            <a:r>
              <a:rPr lang="ru-RU" altLang="ru-RU" sz="3600" b="1">
                <a:solidFill>
                  <a:srgbClr val="000000"/>
                </a:solidFill>
                <a:latin typeface="Arial" panose="020B0604020202020204" pitchFamily="34" charset="0"/>
                <a:ea typeface="Microsoft YaHei" panose="020B0503020204020204" pitchFamily="34" charset="-122"/>
              </a:rPr>
              <a:t>       1 0 1</a:t>
            </a:r>
            <a:r>
              <a:rPr lang="ru-RU" altLang="ru-RU" sz="3600" b="1" baseline="-25000">
                <a:solidFill>
                  <a:srgbClr val="000000"/>
                </a:solidFill>
                <a:latin typeface="Arial" panose="020B0604020202020204" pitchFamily="34" charset="0"/>
                <a:ea typeface="Microsoft YaHei" panose="020B0503020204020204" pitchFamily="34" charset="-122"/>
              </a:rPr>
              <a:t>2</a:t>
            </a:r>
          </a:p>
        </p:txBody>
      </p:sp>
      <p:sp>
        <p:nvSpPr>
          <p:cNvPr id="6" name="Rectangle 9"/>
          <p:cNvSpPr>
            <a:spLocks noChangeArrowheads="1"/>
          </p:cNvSpPr>
          <p:nvPr/>
        </p:nvSpPr>
        <p:spPr bwMode="auto">
          <a:xfrm>
            <a:off x="1988017" y="2980485"/>
            <a:ext cx="3244850"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1 0 1 0 1</a:t>
            </a:r>
            <a:r>
              <a:rPr lang="ru-RU" altLang="ru-RU" sz="3600" b="1" baseline="-25000">
                <a:solidFill>
                  <a:srgbClr val="FF0000"/>
                </a:solidFill>
                <a:latin typeface="Arial" panose="020B0604020202020204" pitchFamily="34" charset="0"/>
                <a:ea typeface="Microsoft YaHei" panose="020B0503020204020204" pitchFamily="34" charset="-122"/>
              </a:rPr>
              <a:t>2</a:t>
            </a:r>
          </a:p>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+ 1 0 1 0 1</a:t>
            </a:r>
            <a:r>
              <a:rPr lang="ru-RU" altLang="ru-RU" sz="3600" b="1" baseline="-25000">
                <a:solidFill>
                  <a:srgbClr val="FF0000"/>
                </a:solidFill>
                <a:latin typeface="Arial" panose="020B0604020202020204" pitchFamily="34" charset="0"/>
                <a:ea typeface="Microsoft YaHei" panose="020B0503020204020204" pitchFamily="34" charset="-122"/>
              </a:rPr>
              <a:t>2</a:t>
            </a:r>
          </a:p>
        </p:txBody>
      </p:sp>
      <p:sp>
        <p:nvSpPr>
          <p:cNvPr id="7" name="Line 10"/>
          <p:cNvSpPr>
            <a:spLocks noChangeShapeType="1"/>
          </p:cNvSpPr>
          <p:nvPr/>
        </p:nvSpPr>
        <p:spPr bwMode="auto">
          <a:xfrm>
            <a:off x="2261067" y="2980485"/>
            <a:ext cx="3422650" cy="1587"/>
          </a:xfrm>
          <a:prstGeom prst="line">
            <a:avLst/>
          </a:prstGeom>
          <a:noFill/>
          <a:ln w="1908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8" name="Rectangle 11"/>
          <p:cNvSpPr>
            <a:spLocks noChangeArrowheads="1"/>
          </p:cNvSpPr>
          <p:nvPr/>
        </p:nvSpPr>
        <p:spPr bwMode="auto">
          <a:xfrm>
            <a:off x="2381717" y="4313985"/>
            <a:ext cx="2868612"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1 1 0 1 0 0 1</a:t>
            </a:r>
            <a:r>
              <a:rPr lang="ru-RU" altLang="ru-RU" sz="3600" b="1" baseline="-25000">
                <a:solidFill>
                  <a:srgbClr val="FF0000"/>
                </a:solidFill>
                <a:latin typeface="Arial" panose="020B0604020202020204" pitchFamily="34" charset="0"/>
                <a:ea typeface="Microsoft YaHei" panose="020B0503020204020204" pitchFamily="34" charset="-122"/>
              </a:rPr>
              <a:t>2</a:t>
            </a:r>
          </a:p>
        </p:txBody>
      </p:sp>
      <p:sp>
        <p:nvSpPr>
          <p:cNvPr id="9" name="Line 12"/>
          <p:cNvSpPr>
            <a:spLocks noChangeShapeType="1"/>
          </p:cNvSpPr>
          <p:nvPr/>
        </p:nvSpPr>
        <p:spPr bwMode="auto">
          <a:xfrm>
            <a:off x="2081679" y="4240960"/>
            <a:ext cx="3422650" cy="1587"/>
          </a:xfrm>
          <a:prstGeom prst="line">
            <a:avLst/>
          </a:prstGeom>
          <a:noFill/>
          <a:ln w="1908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 name="Rectangle 3"/>
          <p:cNvSpPr>
            <a:spLocks noChangeArrowheads="1"/>
          </p:cNvSpPr>
          <p:nvPr/>
        </p:nvSpPr>
        <p:spPr bwMode="auto">
          <a:xfrm>
            <a:off x="6844179" y="4313985"/>
            <a:ext cx="2543175" cy="682625"/>
          </a:xfrm>
          <a:prstGeom prst="rect">
            <a:avLst/>
          </a:prstGeom>
          <a:solidFill>
            <a:srgbClr val="FFFF99"/>
          </a:solidFill>
          <a:ln>
            <a:noFill/>
          </a:ln>
          <a:effectLst>
            <a:outerShdw dist="17819" dir="2700000" algn="ctr" rotWithShape="0">
              <a:srgbClr val="000000"/>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Clr>
                <a:srgbClr val="000000"/>
              </a:buClr>
              <a:buFont typeface="Times New Roman" panose="02020603050405020304" pitchFamily="18" charset="0"/>
              <a:buNone/>
            </a:pPr>
            <a:endParaRPr lang="ru-RU" altLang="ru-RU" sz="1800">
              <a:latin typeface="Arial" panose="020B0604020202020204" pitchFamily="34" charset="0"/>
            </a:endParaRPr>
          </a:p>
        </p:txBody>
      </p:sp>
      <p:sp>
        <p:nvSpPr>
          <p:cNvPr id="11" name="Rectangle 8"/>
          <p:cNvSpPr>
            <a:spLocks noChangeArrowheads="1"/>
          </p:cNvSpPr>
          <p:nvPr/>
        </p:nvSpPr>
        <p:spPr bwMode="auto">
          <a:xfrm>
            <a:off x="6844179" y="1756522"/>
            <a:ext cx="253365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2 0 1 3</a:t>
            </a:r>
            <a:r>
              <a:rPr lang="ru-RU" altLang="ru-RU" sz="3600" b="1" baseline="-25000">
                <a:solidFill>
                  <a:srgbClr val="000000"/>
                </a:solidFill>
                <a:latin typeface="Arial" panose="020B0604020202020204" pitchFamily="34" charset="0"/>
                <a:ea typeface="Microsoft YaHei" panose="020B0503020204020204" pitchFamily="34" charset="-122"/>
              </a:rPr>
              <a:t>4</a:t>
            </a:r>
          </a:p>
          <a:p>
            <a:pPr eaLnBrk="1" hangingPunct="1">
              <a:spcBef>
                <a:spcPct val="0"/>
              </a:spcBef>
              <a:buFontTx/>
              <a:buNone/>
            </a:pPr>
            <a:r>
              <a:rPr lang="ru-RU" altLang="ru-RU" sz="3600" b="1">
                <a:solidFill>
                  <a:srgbClr val="000000"/>
                </a:solidFill>
                <a:latin typeface="Symbol" panose="05050102010706020507" pitchFamily="18" charset="2"/>
                <a:ea typeface="Microsoft YaHei" panose="020B0503020204020204" pitchFamily="34" charset="-122"/>
              </a:rPr>
              <a:t></a:t>
            </a:r>
            <a:r>
              <a:rPr lang="ru-RU" altLang="ru-RU" sz="3600" b="1">
                <a:solidFill>
                  <a:srgbClr val="000000"/>
                </a:solidFill>
                <a:latin typeface="Arial" panose="020B0604020202020204" pitchFamily="34" charset="0"/>
                <a:ea typeface="Microsoft YaHei" panose="020B0503020204020204" pitchFamily="34" charset="-122"/>
              </a:rPr>
              <a:t>          2 1</a:t>
            </a:r>
            <a:r>
              <a:rPr lang="ru-RU" altLang="ru-RU" sz="3600" b="1" baseline="-25000">
                <a:solidFill>
                  <a:srgbClr val="000000"/>
                </a:solidFill>
                <a:latin typeface="Arial" panose="020B0604020202020204" pitchFamily="34" charset="0"/>
                <a:ea typeface="Microsoft YaHei" panose="020B0503020204020204" pitchFamily="34" charset="-122"/>
              </a:rPr>
              <a:t>4</a:t>
            </a:r>
          </a:p>
        </p:txBody>
      </p:sp>
      <p:sp>
        <p:nvSpPr>
          <p:cNvPr id="12" name="Rectangle 9"/>
          <p:cNvSpPr>
            <a:spLocks noChangeArrowheads="1"/>
          </p:cNvSpPr>
          <p:nvPr/>
        </p:nvSpPr>
        <p:spPr bwMode="auto">
          <a:xfrm>
            <a:off x="6090117" y="2980485"/>
            <a:ext cx="3303587"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2 0 1 3</a:t>
            </a:r>
            <a:r>
              <a:rPr lang="ru-RU" altLang="ru-RU" sz="3600" b="1" baseline="-25000">
                <a:solidFill>
                  <a:srgbClr val="FF0000"/>
                </a:solidFill>
                <a:latin typeface="Arial" panose="020B0604020202020204" pitchFamily="34" charset="0"/>
                <a:ea typeface="Microsoft YaHei" panose="020B0503020204020204" pitchFamily="34" charset="-122"/>
              </a:rPr>
              <a:t>4</a:t>
            </a:r>
          </a:p>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1 0 0 3 2</a:t>
            </a:r>
            <a:r>
              <a:rPr lang="ru-RU" altLang="ru-RU" sz="3600" b="1" baseline="-25000">
                <a:solidFill>
                  <a:srgbClr val="FF0000"/>
                </a:solidFill>
                <a:latin typeface="Arial" panose="020B0604020202020204" pitchFamily="34" charset="0"/>
                <a:ea typeface="Microsoft YaHei" panose="020B0503020204020204" pitchFamily="34" charset="-122"/>
              </a:rPr>
              <a:t>4</a:t>
            </a:r>
          </a:p>
        </p:txBody>
      </p:sp>
      <p:sp>
        <p:nvSpPr>
          <p:cNvPr id="13" name="Line 10"/>
          <p:cNvSpPr>
            <a:spLocks noChangeShapeType="1"/>
          </p:cNvSpPr>
          <p:nvPr/>
        </p:nvSpPr>
        <p:spPr bwMode="auto">
          <a:xfrm>
            <a:off x="6363167" y="2980485"/>
            <a:ext cx="3422650" cy="1587"/>
          </a:xfrm>
          <a:prstGeom prst="line">
            <a:avLst/>
          </a:prstGeom>
          <a:noFill/>
          <a:ln w="1908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4" name="Rectangle 11"/>
          <p:cNvSpPr>
            <a:spLocks noChangeArrowheads="1"/>
          </p:cNvSpPr>
          <p:nvPr/>
        </p:nvSpPr>
        <p:spPr bwMode="auto">
          <a:xfrm>
            <a:off x="6483817" y="4313985"/>
            <a:ext cx="291782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1 0 2 3 3 3</a:t>
            </a:r>
            <a:r>
              <a:rPr lang="ru-RU" altLang="ru-RU" sz="3600" b="1" baseline="-25000">
                <a:solidFill>
                  <a:srgbClr val="FF0000"/>
                </a:solidFill>
                <a:latin typeface="Arial" panose="020B0604020202020204" pitchFamily="34" charset="0"/>
                <a:ea typeface="Microsoft YaHei" panose="020B0503020204020204" pitchFamily="34" charset="-122"/>
              </a:rPr>
              <a:t>4</a:t>
            </a:r>
          </a:p>
        </p:txBody>
      </p:sp>
      <p:sp>
        <p:nvSpPr>
          <p:cNvPr id="15" name="Line 12"/>
          <p:cNvSpPr>
            <a:spLocks noChangeShapeType="1"/>
          </p:cNvSpPr>
          <p:nvPr/>
        </p:nvSpPr>
        <p:spPr bwMode="auto">
          <a:xfrm>
            <a:off x="6183779" y="4240960"/>
            <a:ext cx="3422650" cy="1587"/>
          </a:xfrm>
          <a:prstGeom prst="line">
            <a:avLst/>
          </a:prstGeom>
          <a:noFill/>
          <a:ln w="1908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6" name="Text 0"/>
          <p:cNvSpPr/>
          <p:nvPr/>
        </p:nvSpPr>
        <p:spPr>
          <a:xfrm>
            <a:off x="3534802" y="497634"/>
            <a:ext cx="5044077" cy="532308"/>
          </a:xfrm>
          <a:prstGeom prst="rect">
            <a:avLst/>
          </a:prstGeom>
          <a:noFill/>
          <a:ln/>
        </p:spPr>
        <p:txBody>
          <a:bodyPr wrap="none" lIns="0" tIns="0" rIns="0" bIns="0" rtlCol="0" anchor="t"/>
          <a:lstStyle/>
          <a:p>
            <a:pPr>
              <a:lnSpc>
                <a:spcPts val="4167"/>
              </a:lnSpc>
            </a:pPr>
            <a:r>
              <a:rPr lang="en-US" sz="3333" b="1" dirty="0">
                <a:solidFill>
                  <a:srgbClr val="000000"/>
                </a:solidFill>
                <a:latin typeface="Petrona Bold" pitchFamily="34" charset="0"/>
                <a:ea typeface="Petrona Bold" pitchFamily="34" charset="-122"/>
                <a:cs typeface="Petrona Bold" pitchFamily="34" charset="-120"/>
              </a:rPr>
              <a:t>Arithmetic </a:t>
            </a:r>
            <a:r>
              <a:rPr lang="en-US" sz="3333" b="1" dirty="0" smtClean="0">
                <a:solidFill>
                  <a:srgbClr val="000000"/>
                </a:solidFill>
                <a:latin typeface="Petrona Bold" pitchFamily="34" charset="0"/>
                <a:ea typeface="Petrona Bold" pitchFamily="34" charset="-122"/>
                <a:cs typeface="Petrona Bold" pitchFamily="34" charset="-120"/>
              </a:rPr>
              <a:t>Operations</a:t>
            </a:r>
            <a:endParaRPr lang="en-US" sz="3333" dirty="0"/>
          </a:p>
        </p:txBody>
      </p:sp>
      <p:sp>
        <p:nvSpPr>
          <p:cNvPr id="17" name="Прямоугольник 16"/>
          <p:cNvSpPr/>
          <p:nvPr/>
        </p:nvSpPr>
        <p:spPr>
          <a:xfrm>
            <a:off x="1035482" y="1182451"/>
            <a:ext cx="2194832" cy="523220"/>
          </a:xfrm>
          <a:prstGeom prst="rect">
            <a:avLst/>
          </a:prstGeom>
        </p:spPr>
        <p:txBody>
          <a:bodyPr wrap="none">
            <a:spAutoFit/>
          </a:bodyPr>
          <a:lstStyle/>
          <a:p>
            <a:r>
              <a:rPr lang="en-US" sz="2800" dirty="0" smtClean="0">
                <a:latin typeface="Times New Roman" panose="02020603050405020304" pitchFamily="18" charset="0"/>
                <a:cs typeface="Times New Roman" panose="02020603050405020304" pitchFamily="18" charset="0"/>
              </a:rPr>
              <a:t>multiplication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903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fill="hold" nodeType="withEffect">
                                  <p:stCondLst>
                                    <p:cond delay="0"/>
                                  </p:stCondLst>
                                  <p:childTnLst>
                                    <p:set>
                                      <p:cBhvr additive="repl">
                                        <p:cTn id="6" dur="1" fill="hold">
                                          <p:stCondLst>
                                            <p:cond delay="0"/>
                                          </p:stCondLst>
                                        </p:cTn>
                                        <p:tgtEl>
                                          <p:spTgt spid="5"/>
                                        </p:tgtEl>
                                        <p:attrNameLst>
                                          <p:attrName>style.visibility</p:attrName>
                                        </p:attrNameLst>
                                      </p:cBhvr>
                                      <p:to>
                                        <p:strVal val="visible"/>
                                      </p:to>
                                    </p:set>
                                    <p:animEffect transition="in" filter="dissolve">
                                      <p:cBhvr additive="repl">
                                        <p:cTn id="7" dur="500"/>
                                        <p:tgtEl>
                                          <p:spTgt spid="5"/>
                                        </p:tgtEl>
                                      </p:cBhvr>
                                    </p:animEffect>
                                  </p:childTnLst>
                                </p:cTn>
                              </p:par>
                              <p:par>
                                <p:cTn id="8" presetID="9" presetClass="entr" fill="hold" nodeType="withEffect">
                                  <p:stCondLst>
                                    <p:cond delay="0"/>
                                  </p:stCondLst>
                                  <p:childTnLst>
                                    <p:set>
                                      <p:cBhvr additive="repl">
                                        <p:cTn id="9" dur="1" fill="hold">
                                          <p:stCondLst>
                                            <p:cond delay="0"/>
                                          </p:stCondLst>
                                        </p:cTn>
                                        <p:tgtEl>
                                          <p:spTgt spid="7"/>
                                        </p:tgtEl>
                                        <p:attrNameLst>
                                          <p:attrName>style.visibility</p:attrName>
                                        </p:attrNameLst>
                                      </p:cBhvr>
                                      <p:to>
                                        <p:strVal val="visible"/>
                                      </p:to>
                                    </p:set>
                                    <p:animEffect transition="in" filter="dissolve">
                                      <p:cBhvr additive="repl">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fill="hold" nodeType="clickEffect">
                                  <p:stCondLst>
                                    <p:cond delay="0"/>
                                  </p:stCondLst>
                                  <p:childTnLst>
                                    <p:set>
                                      <p:cBhvr additive="repl">
                                        <p:cTn id="14" dur="1" fill="hold">
                                          <p:stCondLst>
                                            <p:cond delay="0"/>
                                          </p:stCondLst>
                                        </p:cTn>
                                        <p:tgtEl>
                                          <p:spTgt spid="6">
                                            <p:txEl>
                                              <p:pRg st="0" end="0"/>
                                            </p:txEl>
                                          </p:spTgt>
                                        </p:tgtEl>
                                        <p:attrNameLst>
                                          <p:attrName>style.visibility</p:attrName>
                                        </p:attrNameLst>
                                      </p:cBhvr>
                                      <p:to>
                                        <p:strVal val="visible"/>
                                      </p:to>
                                    </p:set>
                                    <p:animEffect transition="in" filter="dissolve">
                                      <p:cBhvr additive="repl">
                                        <p:cTn id="15" dur="5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fill="hold" nodeType="clickEffect">
                                  <p:stCondLst>
                                    <p:cond delay="0"/>
                                  </p:stCondLst>
                                  <p:childTnLst>
                                    <p:set>
                                      <p:cBhvr additive="repl">
                                        <p:cTn id="19" dur="1" fill="hold">
                                          <p:stCondLst>
                                            <p:cond delay="0"/>
                                          </p:stCondLst>
                                        </p:cTn>
                                        <p:tgtEl>
                                          <p:spTgt spid="6">
                                            <p:txEl>
                                              <p:pRg st="1" end="1"/>
                                            </p:txEl>
                                          </p:spTgt>
                                        </p:tgtEl>
                                        <p:attrNameLst>
                                          <p:attrName>style.visibility</p:attrName>
                                        </p:attrNameLst>
                                      </p:cBhvr>
                                      <p:to>
                                        <p:strVal val="visible"/>
                                      </p:to>
                                    </p:set>
                                    <p:animEffect transition="in" filter="dissolve">
                                      <p:cBhvr additive="repl">
                                        <p:cTn id="20" dur="500"/>
                                        <p:tgtEl>
                                          <p:spTgt spid="6">
                                            <p:txEl>
                                              <p:pRg st="1" end="1"/>
                                            </p:txEl>
                                          </p:spTgt>
                                        </p:tgtEl>
                                      </p:cBhvr>
                                    </p:animEffect>
                                  </p:childTnLst>
                                </p:cTn>
                              </p:par>
                              <p:par>
                                <p:cTn id="21" presetID="9" presetClass="entr" fill="hold" nodeType="withEffect">
                                  <p:stCondLst>
                                    <p:cond delay="0"/>
                                  </p:stCondLst>
                                  <p:childTnLst>
                                    <p:set>
                                      <p:cBhvr additive="repl">
                                        <p:cTn id="22" dur="1" fill="hold">
                                          <p:stCondLst>
                                            <p:cond delay="0"/>
                                          </p:stCondLst>
                                        </p:cTn>
                                        <p:tgtEl>
                                          <p:spTgt spid="9"/>
                                        </p:tgtEl>
                                        <p:attrNameLst>
                                          <p:attrName>style.visibility</p:attrName>
                                        </p:attrNameLst>
                                      </p:cBhvr>
                                      <p:to>
                                        <p:strVal val="visible"/>
                                      </p:to>
                                    </p:set>
                                    <p:animEffect transition="in" filter="dissolve">
                                      <p:cBhvr additive="repl">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fill="hold" nodeType="clickEffect">
                                  <p:stCondLst>
                                    <p:cond delay="0"/>
                                  </p:stCondLst>
                                  <p:childTnLst>
                                    <p:set>
                                      <p:cBhvr additive="repl">
                                        <p:cTn id="27" dur="1" fill="hold">
                                          <p:stCondLst>
                                            <p:cond delay="0"/>
                                          </p:stCondLst>
                                        </p:cTn>
                                        <p:tgtEl>
                                          <p:spTgt spid="8"/>
                                        </p:tgtEl>
                                        <p:attrNameLst>
                                          <p:attrName>style.visibility</p:attrName>
                                        </p:attrNameLst>
                                      </p:cBhvr>
                                      <p:to>
                                        <p:strVal val="visible"/>
                                      </p:to>
                                    </p:set>
                                    <p:animEffect transition="in" filter="dissolve">
                                      <p:cBhvr additive="repl">
                                        <p:cTn id="28" dur="500"/>
                                        <p:tgtEl>
                                          <p:spTgt spid="8"/>
                                        </p:tgtEl>
                                      </p:cBhvr>
                                    </p:animEffect>
                                  </p:childTnLst>
                                </p:cTn>
                              </p:par>
                              <p:par>
                                <p:cTn id="29" presetID="9" presetClass="entr" fill="hold" nodeType="withEffect">
                                  <p:stCondLst>
                                    <p:cond delay="0"/>
                                  </p:stCondLst>
                                  <p:childTnLst>
                                    <p:set>
                                      <p:cBhvr additive="repl">
                                        <p:cTn id="30" dur="1" fill="hold">
                                          <p:stCondLst>
                                            <p:cond delay="0"/>
                                          </p:stCondLst>
                                        </p:cTn>
                                        <p:tgtEl>
                                          <p:spTgt spid="4"/>
                                        </p:tgtEl>
                                        <p:attrNameLst>
                                          <p:attrName>style.visibility</p:attrName>
                                        </p:attrNameLst>
                                      </p:cBhvr>
                                      <p:to>
                                        <p:strVal val="visible"/>
                                      </p:to>
                                    </p:set>
                                    <p:animEffect transition="in" filter="dissolve">
                                      <p:cBhvr additive="repl">
                                        <p:cTn id="31" dur="500"/>
                                        <p:tgtEl>
                                          <p:spTgt spid="4"/>
                                        </p:tgtEl>
                                      </p:cBhvr>
                                    </p:animEffect>
                                  </p:childTnLst>
                                </p:cTn>
                              </p:par>
                              <p:par>
                                <p:cTn id="32" presetID="9" presetClass="entr" fill="hold" nodeType="withEffect">
                                  <p:stCondLst>
                                    <p:cond delay="0"/>
                                  </p:stCondLst>
                                  <p:childTnLst>
                                    <p:set>
                                      <p:cBhvr additive="repl">
                                        <p:cTn id="33" dur="1" fill="hold">
                                          <p:stCondLst>
                                            <p:cond delay="0"/>
                                          </p:stCondLst>
                                        </p:cTn>
                                        <p:tgtEl>
                                          <p:spTgt spid="11"/>
                                        </p:tgtEl>
                                        <p:attrNameLst>
                                          <p:attrName>style.visibility</p:attrName>
                                        </p:attrNameLst>
                                      </p:cBhvr>
                                      <p:to>
                                        <p:strVal val="visible"/>
                                      </p:to>
                                    </p:set>
                                    <p:animEffect transition="in" filter="dissolve">
                                      <p:cBhvr additive="repl">
                                        <p:cTn id="34" dur="500"/>
                                        <p:tgtEl>
                                          <p:spTgt spid="11"/>
                                        </p:tgtEl>
                                      </p:cBhvr>
                                    </p:animEffect>
                                  </p:childTnLst>
                                </p:cTn>
                              </p:par>
                              <p:par>
                                <p:cTn id="35" presetID="9" presetClass="entr" fill="hold" nodeType="withEffect">
                                  <p:stCondLst>
                                    <p:cond delay="0"/>
                                  </p:stCondLst>
                                  <p:childTnLst>
                                    <p:set>
                                      <p:cBhvr additive="repl">
                                        <p:cTn id="36" dur="1" fill="hold">
                                          <p:stCondLst>
                                            <p:cond delay="0"/>
                                          </p:stCondLst>
                                        </p:cTn>
                                        <p:tgtEl>
                                          <p:spTgt spid="13"/>
                                        </p:tgtEl>
                                        <p:attrNameLst>
                                          <p:attrName>style.visibility</p:attrName>
                                        </p:attrNameLst>
                                      </p:cBhvr>
                                      <p:to>
                                        <p:strVal val="visible"/>
                                      </p:to>
                                    </p:set>
                                    <p:animEffect transition="in" filter="dissolve">
                                      <p:cBhvr additive="repl">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fill="hold" nodeType="clickEffect">
                                  <p:stCondLst>
                                    <p:cond delay="0"/>
                                  </p:stCondLst>
                                  <p:childTnLst>
                                    <p:set>
                                      <p:cBhvr additive="repl">
                                        <p:cTn id="41" dur="1" fill="hold">
                                          <p:stCondLst>
                                            <p:cond delay="0"/>
                                          </p:stCondLst>
                                        </p:cTn>
                                        <p:tgtEl>
                                          <p:spTgt spid="12">
                                            <p:txEl>
                                              <p:pRg st="0" end="0"/>
                                            </p:txEl>
                                          </p:spTgt>
                                        </p:tgtEl>
                                        <p:attrNameLst>
                                          <p:attrName>style.visibility</p:attrName>
                                        </p:attrNameLst>
                                      </p:cBhvr>
                                      <p:to>
                                        <p:strVal val="visible"/>
                                      </p:to>
                                    </p:set>
                                    <p:animEffect transition="in" filter="dissolve">
                                      <p:cBhvr additive="repl">
                                        <p:cTn id="42" dur="500"/>
                                        <p:tgtEl>
                                          <p:spTgt spid="1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fill="hold" nodeType="clickEffect">
                                  <p:stCondLst>
                                    <p:cond delay="0"/>
                                  </p:stCondLst>
                                  <p:childTnLst>
                                    <p:set>
                                      <p:cBhvr additive="repl">
                                        <p:cTn id="46" dur="1" fill="hold">
                                          <p:stCondLst>
                                            <p:cond delay="0"/>
                                          </p:stCondLst>
                                        </p:cTn>
                                        <p:tgtEl>
                                          <p:spTgt spid="12">
                                            <p:txEl>
                                              <p:pRg st="1" end="1"/>
                                            </p:txEl>
                                          </p:spTgt>
                                        </p:tgtEl>
                                        <p:attrNameLst>
                                          <p:attrName>style.visibility</p:attrName>
                                        </p:attrNameLst>
                                      </p:cBhvr>
                                      <p:to>
                                        <p:strVal val="visible"/>
                                      </p:to>
                                    </p:set>
                                    <p:animEffect transition="in" filter="dissolve">
                                      <p:cBhvr additive="repl">
                                        <p:cTn id="47" dur="500"/>
                                        <p:tgtEl>
                                          <p:spTgt spid="12">
                                            <p:txEl>
                                              <p:pRg st="1" end="1"/>
                                            </p:txEl>
                                          </p:spTgt>
                                        </p:tgtEl>
                                      </p:cBhvr>
                                    </p:animEffect>
                                  </p:childTnLst>
                                </p:cTn>
                              </p:par>
                              <p:par>
                                <p:cTn id="48" presetID="9" presetClass="entr" fill="hold" nodeType="withEffect">
                                  <p:stCondLst>
                                    <p:cond delay="0"/>
                                  </p:stCondLst>
                                  <p:childTnLst>
                                    <p:set>
                                      <p:cBhvr additive="repl">
                                        <p:cTn id="49" dur="1" fill="hold">
                                          <p:stCondLst>
                                            <p:cond delay="0"/>
                                          </p:stCondLst>
                                        </p:cTn>
                                        <p:tgtEl>
                                          <p:spTgt spid="15"/>
                                        </p:tgtEl>
                                        <p:attrNameLst>
                                          <p:attrName>style.visibility</p:attrName>
                                        </p:attrNameLst>
                                      </p:cBhvr>
                                      <p:to>
                                        <p:strVal val="visible"/>
                                      </p:to>
                                    </p:set>
                                    <p:animEffect transition="in" filter="dissolve">
                                      <p:cBhvr additive="repl">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fill="hold" nodeType="clickEffect">
                                  <p:stCondLst>
                                    <p:cond delay="0"/>
                                  </p:stCondLst>
                                  <p:childTnLst>
                                    <p:set>
                                      <p:cBhvr additive="repl">
                                        <p:cTn id="54" dur="1" fill="hold">
                                          <p:stCondLst>
                                            <p:cond delay="0"/>
                                          </p:stCondLst>
                                        </p:cTn>
                                        <p:tgtEl>
                                          <p:spTgt spid="14"/>
                                        </p:tgtEl>
                                        <p:attrNameLst>
                                          <p:attrName>style.visibility</p:attrName>
                                        </p:attrNameLst>
                                      </p:cBhvr>
                                      <p:to>
                                        <p:strVal val="visible"/>
                                      </p:to>
                                    </p:set>
                                    <p:animEffect transition="in" filter="dissolve">
                                      <p:cBhvr additive="repl">
                                        <p:cTn id="55" dur="500"/>
                                        <p:tgtEl>
                                          <p:spTgt spid="14"/>
                                        </p:tgtEl>
                                      </p:cBhvr>
                                    </p:animEffect>
                                  </p:childTnLst>
                                </p:cTn>
                              </p:par>
                              <p:par>
                                <p:cTn id="56" presetID="9" presetClass="entr" fill="hold" nodeType="withEffect">
                                  <p:stCondLst>
                                    <p:cond delay="0"/>
                                  </p:stCondLst>
                                  <p:childTnLst>
                                    <p:set>
                                      <p:cBhvr additive="repl">
                                        <p:cTn id="57" dur="1" fill="hold">
                                          <p:stCondLst>
                                            <p:cond delay="0"/>
                                          </p:stCondLst>
                                        </p:cTn>
                                        <p:tgtEl>
                                          <p:spTgt spid="10"/>
                                        </p:tgtEl>
                                        <p:attrNameLst>
                                          <p:attrName>style.visibility</p:attrName>
                                        </p:attrNameLst>
                                      </p:cBhvr>
                                      <p:to>
                                        <p:strVal val="visible"/>
                                      </p:to>
                                    </p:set>
                                    <p:animEffect transition="in" filter="dissolve">
                                      <p:cBhvr additive="repl">
                                        <p:cTn id="5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3395195" y="4565184"/>
            <a:ext cx="2266950" cy="682625"/>
          </a:xfrm>
          <a:prstGeom prst="rect">
            <a:avLst/>
          </a:prstGeom>
          <a:solidFill>
            <a:srgbClr val="FFFF99"/>
          </a:solidFill>
          <a:ln>
            <a:noFill/>
          </a:ln>
          <a:effectLst>
            <a:outerShdw dist="17819" dir="2700000" algn="ctr" rotWithShape="0">
              <a:srgbClr val="000000"/>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Clr>
                <a:srgbClr val="000000"/>
              </a:buClr>
              <a:buFont typeface="Times New Roman" panose="02020603050405020304" pitchFamily="18" charset="0"/>
              <a:buNone/>
            </a:pPr>
            <a:endParaRPr lang="ru-RU" altLang="ru-RU" sz="1800">
              <a:latin typeface="Arial" panose="020B0604020202020204" pitchFamily="34" charset="0"/>
            </a:endParaRPr>
          </a:p>
        </p:txBody>
      </p:sp>
      <p:sp>
        <p:nvSpPr>
          <p:cNvPr id="5" name="Rectangle 8"/>
          <p:cNvSpPr>
            <a:spLocks noChangeArrowheads="1"/>
          </p:cNvSpPr>
          <p:nvPr/>
        </p:nvSpPr>
        <p:spPr bwMode="auto">
          <a:xfrm>
            <a:off x="3011020" y="2007721"/>
            <a:ext cx="2533650"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7 2 5</a:t>
            </a:r>
            <a:r>
              <a:rPr lang="ru-RU" altLang="ru-RU" sz="3600" b="1" baseline="-25000">
                <a:solidFill>
                  <a:srgbClr val="000000"/>
                </a:solidFill>
                <a:latin typeface="Arial" panose="020B0604020202020204" pitchFamily="34" charset="0"/>
                <a:ea typeface="Microsoft YaHei" panose="020B0503020204020204" pitchFamily="34" charset="-122"/>
              </a:rPr>
              <a:t>8</a:t>
            </a:r>
          </a:p>
          <a:p>
            <a:pPr eaLnBrk="1" hangingPunct="1">
              <a:spcBef>
                <a:spcPct val="0"/>
              </a:spcBef>
              <a:buFontTx/>
              <a:buNone/>
            </a:pPr>
            <a:r>
              <a:rPr lang="ru-RU" altLang="ru-RU" sz="3600" b="1">
                <a:solidFill>
                  <a:srgbClr val="000000"/>
                </a:solidFill>
                <a:latin typeface="Symbol" panose="05050102010706020507" pitchFamily="18" charset="2"/>
                <a:ea typeface="Microsoft YaHei" panose="020B0503020204020204" pitchFamily="34" charset="-122"/>
              </a:rPr>
              <a:t></a:t>
            </a:r>
            <a:r>
              <a:rPr lang="ru-RU" altLang="ru-RU" sz="3600" b="1">
                <a:solidFill>
                  <a:srgbClr val="000000"/>
                </a:solidFill>
                <a:latin typeface="Arial" panose="020B0604020202020204" pitchFamily="34" charset="0"/>
                <a:ea typeface="Microsoft YaHei" panose="020B0503020204020204" pitchFamily="34" charset="-122"/>
              </a:rPr>
              <a:t>          1 4</a:t>
            </a:r>
            <a:r>
              <a:rPr lang="ru-RU" altLang="ru-RU" sz="3600" b="1" baseline="-25000">
                <a:solidFill>
                  <a:srgbClr val="000000"/>
                </a:solidFill>
                <a:latin typeface="Arial" panose="020B0604020202020204" pitchFamily="34" charset="0"/>
                <a:ea typeface="Microsoft YaHei" panose="020B0503020204020204" pitchFamily="34" charset="-122"/>
              </a:rPr>
              <a:t>8</a:t>
            </a:r>
          </a:p>
        </p:txBody>
      </p:sp>
      <p:sp>
        <p:nvSpPr>
          <p:cNvPr id="6" name="Rectangle 9"/>
          <p:cNvSpPr>
            <a:spLocks noChangeArrowheads="1"/>
          </p:cNvSpPr>
          <p:nvPr/>
        </p:nvSpPr>
        <p:spPr bwMode="auto">
          <a:xfrm>
            <a:off x="2256958" y="3231684"/>
            <a:ext cx="3303587"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3 5 2 4</a:t>
            </a:r>
            <a:r>
              <a:rPr lang="ru-RU" altLang="ru-RU" sz="3600" b="1" baseline="-25000">
                <a:solidFill>
                  <a:srgbClr val="FF0000"/>
                </a:solidFill>
                <a:latin typeface="Arial" panose="020B0604020202020204" pitchFamily="34" charset="0"/>
                <a:ea typeface="Microsoft YaHei" panose="020B0503020204020204" pitchFamily="34" charset="-122"/>
              </a:rPr>
              <a:t>8</a:t>
            </a:r>
          </a:p>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7 2 5</a:t>
            </a:r>
            <a:r>
              <a:rPr lang="ru-RU" altLang="ru-RU" sz="3600" b="1" baseline="-25000">
                <a:solidFill>
                  <a:srgbClr val="FF0000"/>
                </a:solidFill>
                <a:latin typeface="Arial" panose="020B0604020202020204" pitchFamily="34" charset="0"/>
                <a:ea typeface="Microsoft YaHei" panose="020B0503020204020204" pitchFamily="34" charset="-122"/>
              </a:rPr>
              <a:t>8</a:t>
            </a:r>
          </a:p>
        </p:txBody>
      </p:sp>
      <p:sp>
        <p:nvSpPr>
          <p:cNvPr id="7" name="Line 10"/>
          <p:cNvSpPr>
            <a:spLocks noChangeShapeType="1"/>
          </p:cNvSpPr>
          <p:nvPr/>
        </p:nvSpPr>
        <p:spPr bwMode="auto">
          <a:xfrm>
            <a:off x="2530008" y="3231684"/>
            <a:ext cx="3422650" cy="1587"/>
          </a:xfrm>
          <a:prstGeom prst="line">
            <a:avLst/>
          </a:prstGeom>
          <a:noFill/>
          <a:ln w="1908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8" name="Rectangle 11"/>
          <p:cNvSpPr>
            <a:spLocks noChangeArrowheads="1"/>
          </p:cNvSpPr>
          <p:nvPr/>
        </p:nvSpPr>
        <p:spPr bwMode="auto">
          <a:xfrm>
            <a:off x="2650658" y="4565184"/>
            <a:ext cx="29178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1 2 7 7 4</a:t>
            </a:r>
            <a:r>
              <a:rPr lang="ru-RU" altLang="ru-RU" sz="3600" b="1" baseline="-25000">
                <a:solidFill>
                  <a:srgbClr val="FF0000"/>
                </a:solidFill>
                <a:latin typeface="Arial" panose="020B0604020202020204" pitchFamily="34" charset="0"/>
                <a:ea typeface="Microsoft YaHei" panose="020B0503020204020204" pitchFamily="34" charset="-122"/>
              </a:rPr>
              <a:t>8</a:t>
            </a:r>
          </a:p>
        </p:txBody>
      </p:sp>
      <p:sp>
        <p:nvSpPr>
          <p:cNvPr id="9" name="Line 12"/>
          <p:cNvSpPr>
            <a:spLocks noChangeShapeType="1"/>
          </p:cNvSpPr>
          <p:nvPr/>
        </p:nvSpPr>
        <p:spPr bwMode="auto">
          <a:xfrm>
            <a:off x="2350620" y="4492159"/>
            <a:ext cx="3422650" cy="1587"/>
          </a:xfrm>
          <a:prstGeom prst="line">
            <a:avLst/>
          </a:prstGeom>
          <a:noFill/>
          <a:ln w="1908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 name="Rectangle 3"/>
          <p:cNvSpPr>
            <a:spLocks noChangeArrowheads="1"/>
          </p:cNvSpPr>
          <p:nvPr/>
        </p:nvSpPr>
        <p:spPr bwMode="auto">
          <a:xfrm>
            <a:off x="7429033" y="4600109"/>
            <a:ext cx="2482850" cy="682625"/>
          </a:xfrm>
          <a:prstGeom prst="rect">
            <a:avLst/>
          </a:prstGeom>
          <a:solidFill>
            <a:srgbClr val="FFFF99"/>
          </a:solidFill>
          <a:ln>
            <a:noFill/>
          </a:ln>
          <a:effectLst>
            <a:outerShdw dist="17819" dir="2700000" algn="ctr" rotWithShape="0">
              <a:srgbClr val="000000"/>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Clr>
                <a:srgbClr val="000000"/>
              </a:buClr>
              <a:buFont typeface="Times New Roman" panose="02020603050405020304" pitchFamily="18" charset="0"/>
              <a:buNone/>
            </a:pPr>
            <a:endParaRPr lang="ru-RU" altLang="ru-RU" sz="1800">
              <a:latin typeface="Arial" panose="020B0604020202020204" pitchFamily="34" charset="0"/>
            </a:endParaRPr>
          </a:p>
        </p:txBody>
      </p:sp>
      <p:sp>
        <p:nvSpPr>
          <p:cNvPr id="11" name="Rectangle 8"/>
          <p:cNvSpPr>
            <a:spLocks noChangeArrowheads="1"/>
          </p:cNvSpPr>
          <p:nvPr/>
        </p:nvSpPr>
        <p:spPr bwMode="auto">
          <a:xfrm>
            <a:off x="7113120" y="2042646"/>
            <a:ext cx="2705100"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3 А 2</a:t>
            </a:r>
            <a:r>
              <a:rPr lang="ru-RU" altLang="ru-RU" sz="3600" b="1" baseline="-25000">
                <a:solidFill>
                  <a:srgbClr val="000000"/>
                </a:solidFill>
                <a:latin typeface="Arial" panose="020B0604020202020204" pitchFamily="34" charset="0"/>
                <a:ea typeface="Microsoft YaHei" panose="020B0503020204020204" pitchFamily="34" charset="-122"/>
              </a:rPr>
              <a:t>16</a:t>
            </a:r>
          </a:p>
          <a:p>
            <a:pPr eaLnBrk="1" hangingPunct="1">
              <a:spcBef>
                <a:spcPct val="0"/>
              </a:spcBef>
              <a:buFontTx/>
              <a:buNone/>
            </a:pPr>
            <a:r>
              <a:rPr lang="ru-RU" altLang="ru-RU" sz="3600" b="1">
                <a:solidFill>
                  <a:srgbClr val="000000"/>
                </a:solidFill>
                <a:latin typeface="Symbol" panose="05050102010706020507" pitchFamily="18" charset="2"/>
                <a:ea typeface="Microsoft YaHei" panose="020B0503020204020204" pitchFamily="34" charset="-122"/>
              </a:rPr>
              <a:t></a:t>
            </a:r>
            <a:r>
              <a:rPr lang="ru-RU" altLang="ru-RU" sz="3600" b="1">
                <a:solidFill>
                  <a:srgbClr val="000000"/>
                </a:solidFill>
                <a:latin typeface="Arial" panose="020B0604020202020204" pitchFamily="34" charset="0"/>
                <a:ea typeface="Microsoft YaHei" panose="020B0503020204020204" pitchFamily="34" charset="-122"/>
              </a:rPr>
              <a:t>          3 1</a:t>
            </a:r>
            <a:r>
              <a:rPr lang="ru-RU" altLang="ru-RU" sz="3600" b="1" baseline="-25000">
                <a:solidFill>
                  <a:srgbClr val="000000"/>
                </a:solidFill>
                <a:latin typeface="Arial" panose="020B0604020202020204" pitchFamily="34" charset="0"/>
                <a:ea typeface="Microsoft YaHei" panose="020B0503020204020204" pitchFamily="34" charset="-122"/>
              </a:rPr>
              <a:t>16</a:t>
            </a:r>
          </a:p>
        </p:txBody>
      </p:sp>
      <p:sp>
        <p:nvSpPr>
          <p:cNvPr id="12" name="Rectangle 9"/>
          <p:cNvSpPr>
            <a:spLocks noChangeArrowheads="1"/>
          </p:cNvSpPr>
          <p:nvPr/>
        </p:nvSpPr>
        <p:spPr bwMode="auto">
          <a:xfrm>
            <a:off x="6359058" y="3266609"/>
            <a:ext cx="3551237"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3 А 2</a:t>
            </a:r>
            <a:r>
              <a:rPr lang="ru-RU" altLang="ru-RU" sz="3600" b="1" baseline="-25000">
                <a:solidFill>
                  <a:srgbClr val="FF0000"/>
                </a:solidFill>
                <a:latin typeface="Arial" panose="020B0604020202020204" pitchFamily="34" charset="0"/>
                <a:ea typeface="Microsoft YaHei" panose="020B0503020204020204" pitchFamily="34" charset="-122"/>
              </a:rPr>
              <a:t>16</a:t>
            </a:r>
          </a:p>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А Е 6</a:t>
            </a:r>
            <a:r>
              <a:rPr lang="ru-RU" altLang="ru-RU" sz="3600" b="1" baseline="-25000">
                <a:solidFill>
                  <a:srgbClr val="FF0000"/>
                </a:solidFill>
                <a:latin typeface="Arial" panose="020B0604020202020204" pitchFamily="34" charset="0"/>
                <a:ea typeface="Microsoft YaHei" panose="020B0503020204020204" pitchFamily="34" charset="-122"/>
              </a:rPr>
              <a:t>16</a:t>
            </a:r>
          </a:p>
        </p:txBody>
      </p:sp>
      <p:sp>
        <p:nvSpPr>
          <p:cNvPr id="13" name="Line 10"/>
          <p:cNvSpPr>
            <a:spLocks noChangeShapeType="1"/>
          </p:cNvSpPr>
          <p:nvPr/>
        </p:nvSpPr>
        <p:spPr bwMode="auto">
          <a:xfrm>
            <a:off x="6632108" y="3266609"/>
            <a:ext cx="3422650" cy="1587"/>
          </a:xfrm>
          <a:prstGeom prst="line">
            <a:avLst/>
          </a:prstGeom>
          <a:noFill/>
          <a:ln w="1908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4" name="Rectangle 11"/>
          <p:cNvSpPr>
            <a:spLocks noChangeArrowheads="1"/>
          </p:cNvSpPr>
          <p:nvPr/>
        </p:nvSpPr>
        <p:spPr bwMode="auto">
          <a:xfrm>
            <a:off x="6752758" y="4600109"/>
            <a:ext cx="31670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9pPr>
          </a:lstStyle>
          <a:p>
            <a:pPr eaLnBrk="1" hangingPunct="1">
              <a:spcBef>
                <a:spcPct val="0"/>
              </a:spcBef>
              <a:buFontTx/>
              <a:buNone/>
            </a:pPr>
            <a:r>
              <a:rPr lang="ru-RU" altLang="ru-RU" sz="3600" b="1">
                <a:solidFill>
                  <a:srgbClr val="000000"/>
                </a:solidFill>
                <a:latin typeface="Arial" panose="020B0604020202020204" pitchFamily="34" charset="0"/>
                <a:ea typeface="Microsoft YaHei" panose="020B0503020204020204" pitchFamily="34" charset="-122"/>
              </a:rPr>
              <a:t>         В 2 0 2</a:t>
            </a:r>
            <a:r>
              <a:rPr lang="ru-RU" altLang="ru-RU" sz="3600" b="1" baseline="-25000">
                <a:solidFill>
                  <a:srgbClr val="FF0000"/>
                </a:solidFill>
                <a:latin typeface="Arial" panose="020B0604020202020204" pitchFamily="34" charset="0"/>
                <a:ea typeface="Microsoft YaHei" panose="020B0503020204020204" pitchFamily="34" charset="-122"/>
              </a:rPr>
              <a:t>16</a:t>
            </a:r>
          </a:p>
        </p:txBody>
      </p:sp>
      <p:sp>
        <p:nvSpPr>
          <p:cNvPr id="15" name="Line 12"/>
          <p:cNvSpPr>
            <a:spLocks noChangeShapeType="1"/>
          </p:cNvSpPr>
          <p:nvPr/>
        </p:nvSpPr>
        <p:spPr bwMode="auto">
          <a:xfrm>
            <a:off x="6452720" y="4527084"/>
            <a:ext cx="3422650" cy="1587"/>
          </a:xfrm>
          <a:prstGeom prst="line">
            <a:avLst/>
          </a:prstGeom>
          <a:noFill/>
          <a:ln w="1908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6" name="Text 0"/>
          <p:cNvSpPr/>
          <p:nvPr/>
        </p:nvSpPr>
        <p:spPr>
          <a:xfrm>
            <a:off x="3930681" y="409654"/>
            <a:ext cx="5044077" cy="532308"/>
          </a:xfrm>
          <a:prstGeom prst="rect">
            <a:avLst/>
          </a:prstGeom>
          <a:noFill/>
          <a:ln/>
        </p:spPr>
        <p:txBody>
          <a:bodyPr wrap="none" lIns="0" tIns="0" rIns="0" bIns="0" rtlCol="0" anchor="t"/>
          <a:lstStyle/>
          <a:p>
            <a:pPr>
              <a:lnSpc>
                <a:spcPts val="4167"/>
              </a:lnSpc>
            </a:pPr>
            <a:r>
              <a:rPr lang="en-US" sz="3333" b="1" dirty="0">
                <a:solidFill>
                  <a:srgbClr val="000000"/>
                </a:solidFill>
                <a:latin typeface="Petrona Bold" pitchFamily="34" charset="0"/>
                <a:ea typeface="Petrona Bold" pitchFamily="34" charset="-122"/>
                <a:cs typeface="Petrona Bold" pitchFamily="34" charset="-120"/>
              </a:rPr>
              <a:t>Arithmetic </a:t>
            </a:r>
            <a:r>
              <a:rPr lang="en-US" sz="3333" b="1" dirty="0" smtClean="0">
                <a:solidFill>
                  <a:srgbClr val="000000"/>
                </a:solidFill>
                <a:latin typeface="Petrona Bold" pitchFamily="34" charset="0"/>
                <a:ea typeface="Petrona Bold" pitchFamily="34" charset="-122"/>
                <a:cs typeface="Petrona Bold" pitchFamily="34" charset="-120"/>
              </a:rPr>
              <a:t>Operations</a:t>
            </a:r>
            <a:endParaRPr lang="en-US" sz="3333" dirty="0"/>
          </a:p>
        </p:txBody>
      </p:sp>
      <p:sp>
        <p:nvSpPr>
          <p:cNvPr id="17" name="Прямоугольник 16"/>
          <p:cNvSpPr/>
          <p:nvPr/>
        </p:nvSpPr>
        <p:spPr>
          <a:xfrm>
            <a:off x="1431361" y="1094471"/>
            <a:ext cx="2194832" cy="523220"/>
          </a:xfrm>
          <a:prstGeom prst="rect">
            <a:avLst/>
          </a:prstGeom>
        </p:spPr>
        <p:txBody>
          <a:bodyPr wrap="none">
            <a:spAutoFit/>
          </a:bodyPr>
          <a:lstStyle/>
          <a:p>
            <a:r>
              <a:rPr lang="en-US" sz="2800" dirty="0" smtClean="0">
                <a:latin typeface="Times New Roman" panose="02020603050405020304" pitchFamily="18" charset="0"/>
                <a:cs typeface="Times New Roman" panose="02020603050405020304" pitchFamily="18" charset="0"/>
              </a:rPr>
              <a:t>multiplication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249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fill="hold" nodeType="withEffect">
                                  <p:stCondLst>
                                    <p:cond delay="0"/>
                                  </p:stCondLst>
                                  <p:childTnLst>
                                    <p:set>
                                      <p:cBhvr additive="repl">
                                        <p:cTn id="6" dur="1" fill="hold">
                                          <p:stCondLst>
                                            <p:cond delay="0"/>
                                          </p:stCondLst>
                                        </p:cTn>
                                        <p:tgtEl>
                                          <p:spTgt spid="5"/>
                                        </p:tgtEl>
                                        <p:attrNameLst>
                                          <p:attrName>style.visibility</p:attrName>
                                        </p:attrNameLst>
                                      </p:cBhvr>
                                      <p:to>
                                        <p:strVal val="visible"/>
                                      </p:to>
                                    </p:set>
                                    <p:animEffect transition="in" filter="dissolve">
                                      <p:cBhvr additive="repl">
                                        <p:cTn id="7" dur="500"/>
                                        <p:tgtEl>
                                          <p:spTgt spid="5"/>
                                        </p:tgtEl>
                                      </p:cBhvr>
                                    </p:animEffect>
                                  </p:childTnLst>
                                </p:cTn>
                              </p:par>
                              <p:par>
                                <p:cTn id="8" presetID="9" presetClass="entr" fill="hold" nodeType="withEffect">
                                  <p:stCondLst>
                                    <p:cond delay="0"/>
                                  </p:stCondLst>
                                  <p:childTnLst>
                                    <p:set>
                                      <p:cBhvr additive="repl">
                                        <p:cTn id="9" dur="1" fill="hold">
                                          <p:stCondLst>
                                            <p:cond delay="0"/>
                                          </p:stCondLst>
                                        </p:cTn>
                                        <p:tgtEl>
                                          <p:spTgt spid="7"/>
                                        </p:tgtEl>
                                        <p:attrNameLst>
                                          <p:attrName>style.visibility</p:attrName>
                                        </p:attrNameLst>
                                      </p:cBhvr>
                                      <p:to>
                                        <p:strVal val="visible"/>
                                      </p:to>
                                    </p:set>
                                    <p:animEffect transition="in" filter="dissolve">
                                      <p:cBhvr additive="repl">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fill="hold" nodeType="clickEffect">
                                  <p:stCondLst>
                                    <p:cond delay="0"/>
                                  </p:stCondLst>
                                  <p:childTnLst>
                                    <p:set>
                                      <p:cBhvr additive="repl">
                                        <p:cTn id="14" dur="1" fill="hold">
                                          <p:stCondLst>
                                            <p:cond delay="0"/>
                                          </p:stCondLst>
                                        </p:cTn>
                                        <p:tgtEl>
                                          <p:spTgt spid="6">
                                            <p:txEl>
                                              <p:pRg st="0" end="0"/>
                                            </p:txEl>
                                          </p:spTgt>
                                        </p:tgtEl>
                                        <p:attrNameLst>
                                          <p:attrName>style.visibility</p:attrName>
                                        </p:attrNameLst>
                                      </p:cBhvr>
                                      <p:to>
                                        <p:strVal val="visible"/>
                                      </p:to>
                                    </p:set>
                                    <p:animEffect transition="in" filter="dissolve">
                                      <p:cBhvr additive="repl">
                                        <p:cTn id="15" dur="5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fill="hold" nodeType="clickEffect">
                                  <p:stCondLst>
                                    <p:cond delay="0"/>
                                  </p:stCondLst>
                                  <p:childTnLst>
                                    <p:set>
                                      <p:cBhvr additive="repl">
                                        <p:cTn id="19" dur="1" fill="hold">
                                          <p:stCondLst>
                                            <p:cond delay="0"/>
                                          </p:stCondLst>
                                        </p:cTn>
                                        <p:tgtEl>
                                          <p:spTgt spid="6">
                                            <p:txEl>
                                              <p:pRg st="1" end="1"/>
                                            </p:txEl>
                                          </p:spTgt>
                                        </p:tgtEl>
                                        <p:attrNameLst>
                                          <p:attrName>style.visibility</p:attrName>
                                        </p:attrNameLst>
                                      </p:cBhvr>
                                      <p:to>
                                        <p:strVal val="visible"/>
                                      </p:to>
                                    </p:set>
                                    <p:animEffect transition="in" filter="dissolve">
                                      <p:cBhvr additive="repl">
                                        <p:cTn id="20" dur="500"/>
                                        <p:tgtEl>
                                          <p:spTgt spid="6">
                                            <p:txEl>
                                              <p:pRg st="1" end="1"/>
                                            </p:txEl>
                                          </p:spTgt>
                                        </p:tgtEl>
                                      </p:cBhvr>
                                    </p:animEffect>
                                  </p:childTnLst>
                                </p:cTn>
                              </p:par>
                              <p:par>
                                <p:cTn id="21" presetID="9" presetClass="entr" fill="hold" nodeType="withEffect">
                                  <p:stCondLst>
                                    <p:cond delay="0"/>
                                  </p:stCondLst>
                                  <p:childTnLst>
                                    <p:set>
                                      <p:cBhvr additive="repl">
                                        <p:cTn id="22" dur="1" fill="hold">
                                          <p:stCondLst>
                                            <p:cond delay="0"/>
                                          </p:stCondLst>
                                        </p:cTn>
                                        <p:tgtEl>
                                          <p:spTgt spid="9"/>
                                        </p:tgtEl>
                                        <p:attrNameLst>
                                          <p:attrName>style.visibility</p:attrName>
                                        </p:attrNameLst>
                                      </p:cBhvr>
                                      <p:to>
                                        <p:strVal val="visible"/>
                                      </p:to>
                                    </p:set>
                                    <p:animEffect transition="in" filter="dissolve">
                                      <p:cBhvr additive="repl">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fill="hold" nodeType="clickEffect">
                                  <p:stCondLst>
                                    <p:cond delay="0"/>
                                  </p:stCondLst>
                                  <p:childTnLst>
                                    <p:set>
                                      <p:cBhvr additive="repl">
                                        <p:cTn id="27" dur="1" fill="hold">
                                          <p:stCondLst>
                                            <p:cond delay="0"/>
                                          </p:stCondLst>
                                        </p:cTn>
                                        <p:tgtEl>
                                          <p:spTgt spid="8"/>
                                        </p:tgtEl>
                                        <p:attrNameLst>
                                          <p:attrName>style.visibility</p:attrName>
                                        </p:attrNameLst>
                                      </p:cBhvr>
                                      <p:to>
                                        <p:strVal val="visible"/>
                                      </p:to>
                                    </p:set>
                                    <p:animEffect transition="in" filter="dissolve">
                                      <p:cBhvr additive="repl">
                                        <p:cTn id="28" dur="500"/>
                                        <p:tgtEl>
                                          <p:spTgt spid="8"/>
                                        </p:tgtEl>
                                      </p:cBhvr>
                                    </p:animEffect>
                                  </p:childTnLst>
                                </p:cTn>
                              </p:par>
                              <p:par>
                                <p:cTn id="29" presetID="9" presetClass="entr" fill="hold" nodeType="withEffect">
                                  <p:stCondLst>
                                    <p:cond delay="0"/>
                                  </p:stCondLst>
                                  <p:childTnLst>
                                    <p:set>
                                      <p:cBhvr additive="repl">
                                        <p:cTn id="30" dur="1" fill="hold">
                                          <p:stCondLst>
                                            <p:cond delay="0"/>
                                          </p:stCondLst>
                                        </p:cTn>
                                        <p:tgtEl>
                                          <p:spTgt spid="4"/>
                                        </p:tgtEl>
                                        <p:attrNameLst>
                                          <p:attrName>style.visibility</p:attrName>
                                        </p:attrNameLst>
                                      </p:cBhvr>
                                      <p:to>
                                        <p:strVal val="visible"/>
                                      </p:to>
                                    </p:set>
                                    <p:animEffect transition="in" filter="dissolve">
                                      <p:cBhvr additive="repl">
                                        <p:cTn id="31" dur="500"/>
                                        <p:tgtEl>
                                          <p:spTgt spid="4"/>
                                        </p:tgtEl>
                                      </p:cBhvr>
                                    </p:animEffect>
                                  </p:childTnLst>
                                </p:cTn>
                              </p:par>
                              <p:par>
                                <p:cTn id="32" presetID="9" presetClass="entr" fill="hold" nodeType="withEffect">
                                  <p:stCondLst>
                                    <p:cond delay="0"/>
                                  </p:stCondLst>
                                  <p:childTnLst>
                                    <p:set>
                                      <p:cBhvr additive="repl">
                                        <p:cTn id="33" dur="1" fill="hold">
                                          <p:stCondLst>
                                            <p:cond delay="0"/>
                                          </p:stCondLst>
                                        </p:cTn>
                                        <p:tgtEl>
                                          <p:spTgt spid="11"/>
                                        </p:tgtEl>
                                        <p:attrNameLst>
                                          <p:attrName>style.visibility</p:attrName>
                                        </p:attrNameLst>
                                      </p:cBhvr>
                                      <p:to>
                                        <p:strVal val="visible"/>
                                      </p:to>
                                    </p:set>
                                    <p:animEffect transition="in" filter="dissolve">
                                      <p:cBhvr additive="repl">
                                        <p:cTn id="34" dur="500"/>
                                        <p:tgtEl>
                                          <p:spTgt spid="11"/>
                                        </p:tgtEl>
                                      </p:cBhvr>
                                    </p:animEffect>
                                  </p:childTnLst>
                                </p:cTn>
                              </p:par>
                              <p:par>
                                <p:cTn id="35" presetID="9" presetClass="entr" fill="hold" nodeType="withEffect">
                                  <p:stCondLst>
                                    <p:cond delay="0"/>
                                  </p:stCondLst>
                                  <p:childTnLst>
                                    <p:set>
                                      <p:cBhvr additive="repl">
                                        <p:cTn id="36" dur="1" fill="hold">
                                          <p:stCondLst>
                                            <p:cond delay="0"/>
                                          </p:stCondLst>
                                        </p:cTn>
                                        <p:tgtEl>
                                          <p:spTgt spid="13"/>
                                        </p:tgtEl>
                                        <p:attrNameLst>
                                          <p:attrName>style.visibility</p:attrName>
                                        </p:attrNameLst>
                                      </p:cBhvr>
                                      <p:to>
                                        <p:strVal val="visible"/>
                                      </p:to>
                                    </p:set>
                                    <p:animEffect transition="in" filter="dissolve">
                                      <p:cBhvr additive="repl">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fill="hold" nodeType="clickEffect">
                                  <p:stCondLst>
                                    <p:cond delay="0"/>
                                  </p:stCondLst>
                                  <p:childTnLst>
                                    <p:set>
                                      <p:cBhvr additive="repl">
                                        <p:cTn id="41" dur="1" fill="hold">
                                          <p:stCondLst>
                                            <p:cond delay="0"/>
                                          </p:stCondLst>
                                        </p:cTn>
                                        <p:tgtEl>
                                          <p:spTgt spid="12">
                                            <p:txEl>
                                              <p:pRg st="0" end="0"/>
                                            </p:txEl>
                                          </p:spTgt>
                                        </p:tgtEl>
                                        <p:attrNameLst>
                                          <p:attrName>style.visibility</p:attrName>
                                        </p:attrNameLst>
                                      </p:cBhvr>
                                      <p:to>
                                        <p:strVal val="visible"/>
                                      </p:to>
                                    </p:set>
                                    <p:animEffect transition="in" filter="dissolve">
                                      <p:cBhvr additive="repl">
                                        <p:cTn id="42" dur="500"/>
                                        <p:tgtEl>
                                          <p:spTgt spid="1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fill="hold" nodeType="clickEffect">
                                  <p:stCondLst>
                                    <p:cond delay="0"/>
                                  </p:stCondLst>
                                  <p:childTnLst>
                                    <p:set>
                                      <p:cBhvr additive="repl">
                                        <p:cTn id="46" dur="1" fill="hold">
                                          <p:stCondLst>
                                            <p:cond delay="0"/>
                                          </p:stCondLst>
                                        </p:cTn>
                                        <p:tgtEl>
                                          <p:spTgt spid="12">
                                            <p:txEl>
                                              <p:pRg st="1" end="1"/>
                                            </p:txEl>
                                          </p:spTgt>
                                        </p:tgtEl>
                                        <p:attrNameLst>
                                          <p:attrName>style.visibility</p:attrName>
                                        </p:attrNameLst>
                                      </p:cBhvr>
                                      <p:to>
                                        <p:strVal val="visible"/>
                                      </p:to>
                                    </p:set>
                                    <p:animEffect transition="in" filter="dissolve">
                                      <p:cBhvr additive="repl">
                                        <p:cTn id="47" dur="500"/>
                                        <p:tgtEl>
                                          <p:spTgt spid="12">
                                            <p:txEl>
                                              <p:pRg st="1" end="1"/>
                                            </p:txEl>
                                          </p:spTgt>
                                        </p:tgtEl>
                                      </p:cBhvr>
                                    </p:animEffect>
                                  </p:childTnLst>
                                </p:cTn>
                              </p:par>
                              <p:par>
                                <p:cTn id="48" presetID="9" presetClass="entr" fill="hold" nodeType="withEffect">
                                  <p:stCondLst>
                                    <p:cond delay="0"/>
                                  </p:stCondLst>
                                  <p:childTnLst>
                                    <p:set>
                                      <p:cBhvr additive="repl">
                                        <p:cTn id="49" dur="1" fill="hold">
                                          <p:stCondLst>
                                            <p:cond delay="0"/>
                                          </p:stCondLst>
                                        </p:cTn>
                                        <p:tgtEl>
                                          <p:spTgt spid="15"/>
                                        </p:tgtEl>
                                        <p:attrNameLst>
                                          <p:attrName>style.visibility</p:attrName>
                                        </p:attrNameLst>
                                      </p:cBhvr>
                                      <p:to>
                                        <p:strVal val="visible"/>
                                      </p:to>
                                    </p:set>
                                    <p:animEffect transition="in" filter="dissolve">
                                      <p:cBhvr additive="repl">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fill="hold" nodeType="clickEffect">
                                  <p:stCondLst>
                                    <p:cond delay="0"/>
                                  </p:stCondLst>
                                  <p:childTnLst>
                                    <p:set>
                                      <p:cBhvr additive="repl">
                                        <p:cTn id="54" dur="1" fill="hold">
                                          <p:stCondLst>
                                            <p:cond delay="0"/>
                                          </p:stCondLst>
                                        </p:cTn>
                                        <p:tgtEl>
                                          <p:spTgt spid="14"/>
                                        </p:tgtEl>
                                        <p:attrNameLst>
                                          <p:attrName>style.visibility</p:attrName>
                                        </p:attrNameLst>
                                      </p:cBhvr>
                                      <p:to>
                                        <p:strVal val="visible"/>
                                      </p:to>
                                    </p:set>
                                    <p:animEffect transition="in" filter="dissolve">
                                      <p:cBhvr additive="repl">
                                        <p:cTn id="55" dur="500"/>
                                        <p:tgtEl>
                                          <p:spTgt spid="14"/>
                                        </p:tgtEl>
                                      </p:cBhvr>
                                    </p:animEffect>
                                  </p:childTnLst>
                                </p:cTn>
                              </p:par>
                              <p:par>
                                <p:cTn id="56" presetID="9" presetClass="entr" fill="hold" nodeType="withEffect">
                                  <p:stCondLst>
                                    <p:cond delay="0"/>
                                  </p:stCondLst>
                                  <p:childTnLst>
                                    <p:set>
                                      <p:cBhvr additive="repl">
                                        <p:cTn id="57" dur="1" fill="hold">
                                          <p:stCondLst>
                                            <p:cond delay="0"/>
                                          </p:stCondLst>
                                        </p:cTn>
                                        <p:tgtEl>
                                          <p:spTgt spid="10"/>
                                        </p:tgtEl>
                                        <p:attrNameLst>
                                          <p:attrName>style.visibility</p:attrName>
                                        </p:attrNameLst>
                                      </p:cBhvr>
                                      <p:to>
                                        <p:strVal val="visible"/>
                                      </p:to>
                                    </p:set>
                                    <p:animEffect transition="in" filter="dissolve">
                                      <p:cBhvr additive="repl">
                                        <p:cTn id="5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3524530" y="2110067"/>
            <a:ext cx="6423955" cy="3430121"/>
          </a:xfrm>
          <a:prstGeom prst="rect">
            <a:avLst/>
          </a:prstGeom>
        </p:spPr>
      </p:pic>
    </p:spTree>
    <p:extLst>
      <p:ext uri="{BB962C8B-B14F-4D97-AF65-F5344CB8AC3E}">
        <p14:creationId xmlns:p14="http://schemas.microsoft.com/office/powerpoint/2010/main" val="313216877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66E912E346B2474297E98B983B6B7B1E" ma:contentTypeVersion="4" ma:contentTypeDescription="Создание документа." ma:contentTypeScope="" ma:versionID="6da09faed6b6beed1a9920e761ef9e64">
  <xsd:schema xmlns:xsd="http://www.w3.org/2001/XMLSchema" xmlns:xs="http://www.w3.org/2001/XMLSchema" xmlns:p="http://schemas.microsoft.com/office/2006/metadata/properties" xmlns:ns2="d91a7476-afa8-4b10-9836-4ddd5fa9bd7a" targetNamespace="http://schemas.microsoft.com/office/2006/metadata/properties" ma:root="true" ma:fieldsID="c00886adbc6a801d11f676da9b84085d" ns2:_="">
    <xsd:import namespace="d91a7476-afa8-4b10-9836-4ddd5fa9bd7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1a7476-afa8-4b10-9836-4ddd5fa9bd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FF27CB0-292B-47DB-BE5E-928031966EEB}"/>
</file>

<file path=customXml/itemProps2.xml><?xml version="1.0" encoding="utf-8"?>
<ds:datastoreItem xmlns:ds="http://schemas.openxmlformats.org/officeDocument/2006/customXml" ds:itemID="{1263D570-C3CF-48EB-9FAF-9871DF36BD30}"/>
</file>

<file path=customXml/itemProps3.xml><?xml version="1.0" encoding="utf-8"?>
<ds:datastoreItem xmlns:ds="http://schemas.openxmlformats.org/officeDocument/2006/customXml" ds:itemID="{5919CD39-4B03-488D-A0F9-EF3C9CF5A758}"/>
</file>

<file path=docProps/app.xml><?xml version="1.0" encoding="utf-8"?>
<Properties xmlns="http://schemas.openxmlformats.org/officeDocument/2006/extended-properties" xmlns:vt="http://schemas.openxmlformats.org/officeDocument/2006/docPropsVTypes">
  <TotalTime>147</TotalTime>
  <Words>2048</Words>
  <Application>Microsoft Office PowerPoint</Application>
  <PresentationFormat>Широкоэкранный</PresentationFormat>
  <Paragraphs>309</Paragraphs>
  <Slides>34</Slides>
  <Notes>6</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34</vt:i4>
      </vt:variant>
    </vt:vector>
  </HeadingPairs>
  <TitlesOfParts>
    <vt:vector size="43" baseType="lpstr">
      <vt:lpstr>Microsoft YaHei</vt:lpstr>
      <vt:lpstr>Arial</vt:lpstr>
      <vt:lpstr>Calibri</vt:lpstr>
      <vt:lpstr>Calibri Light</vt:lpstr>
      <vt:lpstr>Inter</vt:lpstr>
      <vt:lpstr>Petrona Bold</vt:lpstr>
      <vt:lpstr>Symbol</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user</cp:lastModifiedBy>
  <cp:revision>11</cp:revision>
  <dcterms:created xsi:type="dcterms:W3CDTF">2024-10-20T13:09:46Z</dcterms:created>
  <dcterms:modified xsi:type="dcterms:W3CDTF">2024-10-20T15:37:44Z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0x01010066E912E346B2474297E98B983B6B7B1E</vt:lpwstr>
  </property>
</Properties>
</file>