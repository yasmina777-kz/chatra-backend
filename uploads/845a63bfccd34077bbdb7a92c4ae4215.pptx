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49F09D-5C3B-4F8C-A676-C9DFA4BAC3F9}" v="1" dt="2026-03-03T05:53:55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2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им Гульнар Амангельдыевна" userId="S::gakim@ku.edu.kz::b72cbb20-62a4-4ce6-b395-6a6528ca72b3" providerId="AD" clId="Web-{D249F09D-5C3B-4F8C-A676-C9DFA4BAC3F9}"/>
    <pc:docChg chg="modSld">
      <pc:chgData name="Ким Гульнар Амангельдыевна" userId="S::gakim@ku.edu.kz::b72cbb20-62a4-4ce6-b395-6a6528ca72b3" providerId="AD" clId="Web-{D249F09D-5C3B-4F8C-A676-C9DFA4BAC3F9}" dt="2026-03-03T05:53:55.553" v="0" actId="14100"/>
      <pc:docMkLst>
        <pc:docMk/>
      </pc:docMkLst>
      <pc:sldChg chg="modSp">
        <pc:chgData name="Ким Гульнар Амангельдыевна" userId="S::gakim@ku.edu.kz::b72cbb20-62a4-4ce6-b395-6a6528ca72b3" providerId="AD" clId="Web-{D249F09D-5C3B-4F8C-A676-C9DFA4BAC3F9}" dt="2026-03-03T05:53:55.553" v="0" actId="14100"/>
        <pc:sldMkLst>
          <pc:docMk/>
          <pc:sldMk cId="2503566618" sldId="258"/>
        </pc:sldMkLst>
        <pc:picChg chg="mod">
          <ac:chgData name="Ким Гульнар Амангельдыевна" userId="S::gakim@ku.edu.kz::b72cbb20-62a4-4ce6-b395-6a6528ca72b3" providerId="AD" clId="Web-{D249F09D-5C3B-4F8C-A676-C9DFA4BAC3F9}" dt="2026-03-03T05:53:55.553" v="0" actId="14100"/>
          <ac:picMkLst>
            <pc:docMk/>
            <pc:sldMk cId="2503566618" sldId="258"/>
            <ac:picMk id="8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06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02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248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38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5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17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89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95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86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01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11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6EBF7-A774-4E33-B285-FF6F880060A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3011E-AF75-4239-8A7C-4FF0C4E6E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70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964234" y="510371"/>
            <a:ext cx="37093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Tangent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6234" y="1494582"/>
            <a:ext cx="104434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generalized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43353" y="2879412"/>
            <a:ext cx="104745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refine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x3 = 1− 2x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ε=0.001.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refined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[0;1]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43353" y="3815564"/>
            <a:ext cx="4898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Рисунок 8"/>
          <p:cNvPicPr/>
          <p:nvPr/>
        </p:nvPicPr>
        <p:blipFill rotWithShape="1">
          <a:blip r:embed="rId2"/>
          <a:srcRect l="33736" t="59977" r="56515" b="27936"/>
          <a:stretch/>
        </p:blipFill>
        <p:spPr bwMode="auto">
          <a:xfrm>
            <a:off x="1137559" y="4413162"/>
            <a:ext cx="1760220" cy="12274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1043353" y="5792658"/>
            <a:ext cx="106846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0,1],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sufficient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(look the lection 4 slide 8)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8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94691" y="778271"/>
            <a:ext cx="94949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sign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second</a:t>
            </a:r>
            <a:r>
              <a:rPr lang="ru-RU" dirty="0"/>
              <a:t> </a:t>
            </a:r>
            <a:r>
              <a:rPr lang="ru-RU" dirty="0" err="1"/>
              <a:t>derivative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segment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positive</a:t>
            </a:r>
            <a:r>
              <a:rPr lang="ru-RU" dirty="0"/>
              <a:t>, </a:t>
            </a:r>
            <a:r>
              <a:rPr lang="ru-RU" dirty="0" err="1"/>
              <a:t>therefore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 rotWithShape="1">
          <a:blip r:embed="rId2"/>
          <a:srcRect l="33351" t="36488" r="40994" b="59863"/>
          <a:stretch/>
        </p:blipFill>
        <p:spPr bwMode="auto">
          <a:xfrm>
            <a:off x="1394691" y="1280621"/>
            <a:ext cx="3269674" cy="3819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394691" y="1905061"/>
            <a:ext cx="3630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few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Рисунок 7"/>
          <p:cNvPicPr/>
          <p:nvPr/>
        </p:nvPicPr>
        <p:blipFill rotWithShape="1">
          <a:blip r:embed="rId3"/>
          <a:srcRect l="32966" t="44470" r="33041" b="32725"/>
          <a:stretch/>
        </p:blipFill>
        <p:spPr bwMode="auto">
          <a:xfrm>
            <a:off x="1358972" y="2516907"/>
            <a:ext cx="3808087" cy="15933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320800" y="4084840"/>
            <a:ext cx="9190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solution</a:t>
            </a:r>
            <a:r>
              <a:rPr lang="ru-RU" dirty="0"/>
              <a:t> </a:t>
            </a:r>
            <a:r>
              <a:rPr lang="ru-RU" dirty="0" err="1"/>
              <a:t>was</a:t>
            </a:r>
            <a:r>
              <a:rPr lang="ru-RU" dirty="0"/>
              <a:t> </a:t>
            </a:r>
            <a:r>
              <a:rPr lang="ru-RU" dirty="0" err="1"/>
              <a:t>obtained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4 </a:t>
            </a:r>
            <a:r>
              <a:rPr lang="ru-RU" dirty="0" err="1"/>
              <a:t>iterations</a:t>
            </a:r>
            <a:r>
              <a:rPr lang="ru-RU" dirty="0"/>
              <a:t>, </a:t>
            </a:r>
            <a:r>
              <a:rPr lang="ru-RU" dirty="0" err="1"/>
              <a:t>since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correction</a:t>
            </a:r>
            <a:r>
              <a:rPr lang="ru-RU" dirty="0"/>
              <a:t> </a:t>
            </a:r>
            <a:r>
              <a:rPr lang="ru-RU" dirty="0" err="1"/>
              <a:t>became</a:t>
            </a:r>
            <a:r>
              <a:rPr lang="ru-RU" dirty="0"/>
              <a:t> </a:t>
            </a:r>
            <a:r>
              <a:rPr lang="ru-RU" dirty="0" err="1"/>
              <a:t>less</a:t>
            </a:r>
            <a:r>
              <a:rPr lang="ru-RU" dirty="0"/>
              <a:t> </a:t>
            </a:r>
            <a:r>
              <a:rPr lang="ru-RU" dirty="0" err="1"/>
              <a:t>than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specified</a:t>
            </a:r>
            <a:r>
              <a:rPr lang="ru-RU" dirty="0"/>
              <a:t> </a:t>
            </a:r>
            <a:r>
              <a:rPr lang="ru-RU" dirty="0" err="1"/>
              <a:t>accuracy</a:t>
            </a:r>
            <a:r>
              <a:rPr lang="ru-RU" dirty="0"/>
              <a:t>: 0.0000695 &lt; ε.</a:t>
            </a:r>
          </a:p>
        </p:txBody>
      </p:sp>
    </p:spTree>
    <p:extLst>
      <p:ext uri="{BB962C8B-B14F-4D97-AF65-F5344CB8AC3E}">
        <p14:creationId xmlns:p14="http://schemas.microsoft.com/office/powerpoint/2010/main" val="250356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89803" y="474302"/>
            <a:ext cx="98139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2. Using Newton's method, find the root of the equation f (x) = sin x—x + 0.15 = 0 on the segment [0.5; 1], with an absolute error </a:t>
            </a:r>
            <a:r>
              <a:rPr lang="ru-RU" dirty="0" err="1"/>
              <a:t>ε</a:t>
            </a:r>
            <a:r>
              <a:rPr lang="en-US" dirty="0"/>
              <a:t> = 10-4.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59135" t="17094" r="21634" b="16752"/>
          <a:stretch>
            <a:fillRect/>
          </a:stretch>
        </p:blipFill>
        <p:spPr bwMode="auto">
          <a:xfrm>
            <a:off x="4185138" y="1125416"/>
            <a:ext cx="2650510" cy="5128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2634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99127" y="602781"/>
            <a:ext cx="10547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Practical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refine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ε=0.0001.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refined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[0;1]</a:t>
            </a:r>
            <a:r>
              <a:rPr lang="ru-RU" dirty="0"/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73091" y="1156779"/>
            <a:ext cx="16348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f(x)=x5+2x-+1</a:t>
            </a:r>
          </a:p>
        </p:txBody>
      </p:sp>
    </p:spTree>
    <p:extLst>
      <p:ext uri="{BB962C8B-B14F-4D97-AF65-F5344CB8AC3E}">
        <p14:creationId xmlns:p14="http://schemas.microsoft.com/office/powerpoint/2010/main" val="24723979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6A608F25D1F8F4682A2ED8E4F61D5EB" ma:contentTypeVersion="4" ma:contentTypeDescription="Создание документа." ma:contentTypeScope="" ma:versionID="c9850f7326ade84be57ef81e27f6f754">
  <xsd:schema xmlns:xsd="http://www.w3.org/2001/XMLSchema" xmlns:xs="http://www.w3.org/2001/XMLSchema" xmlns:p="http://schemas.microsoft.com/office/2006/metadata/properties" xmlns:ns2="e320f0fe-ea68-44bc-81d2-dfe55e3139f4" targetNamespace="http://schemas.microsoft.com/office/2006/metadata/properties" ma:root="true" ma:fieldsID="66e8693cb747e8d9ce14c760feb681e9" ns2:_="">
    <xsd:import namespace="e320f0fe-ea68-44bc-81d2-dfe55e3139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0f0fe-ea68-44bc-81d2-dfe55e313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8DA8A2-5941-4BFC-B18A-44A1835304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59C1D5-1714-40B3-A936-8A4E3CC1A29B}"/>
</file>

<file path=customXml/itemProps3.xml><?xml version="1.0" encoding="utf-8"?>
<ds:datastoreItem xmlns:ds="http://schemas.openxmlformats.org/officeDocument/2006/customXml" ds:itemID="{2614C275-DF24-45AE-A655-046BD900275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Тема Office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Ким Гульнар Амангельдыевна</dc:creator>
  <cp:lastModifiedBy>Ким Гульнар Амангельдыевна </cp:lastModifiedBy>
  <cp:revision>2</cp:revision>
  <dcterms:created xsi:type="dcterms:W3CDTF">2024-02-17T08:08:15Z</dcterms:created>
  <dcterms:modified xsi:type="dcterms:W3CDTF">2026-03-03T05:53:55Z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0x01010066A608F25D1F8F4682A2ED8E4F61D5EB</vt:lpwstr>
  </property>
</Properties>
</file>