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9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8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2EFD6-22A2-4255-936C-909DAB11ACD0}" type="datetimeFigureOut">
              <a:rPr lang="ru-RU" smtClean="0"/>
              <a:t>12.03.2024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FC2C-15E7-4B47-A684-18D81DFD99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0944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2EFD6-22A2-4255-936C-909DAB11ACD0}" type="datetimeFigureOut">
              <a:rPr lang="ru-RU" smtClean="0"/>
              <a:t>12.03.2024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FC2C-15E7-4B47-A684-18D81DFD99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5361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2EFD6-22A2-4255-936C-909DAB11ACD0}" type="datetimeFigureOut">
              <a:rPr lang="ru-RU" smtClean="0"/>
              <a:t>12.03.2024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FC2C-15E7-4B47-A684-18D81DFD99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1942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2EFD6-22A2-4255-936C-909DAB11ACD0}" type="datetimeFigureOut">
              <a:rPr lang="ru-RU" smtClean="0"/>
              <a:t>12.03.2024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FC2C-15E7-4B47-A684-18D81DFD99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985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2EFD6-22A2-4255-936C-909DAB11ACD0}" type="datetimeFigureOut">
              <a:rPr lang="ru-RU" smtClean="0"/>
              <a:t>12.03.2024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FC2C-15E7-4B47-A684-18D81DFD99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4563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2EFD6-22A2-4255-936C-909DAB11ACD0}" type="datetimeFigureOut">
              <a:rPr lang="ru-RU" smtClean="0"/>
              <a:t>12.03.2024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FC2C-15E7-4B47-A684-18D81DFD99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7941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2EFD6-22A2-4255-936C-909DAB11ACD0}" type="datetimeFigureOut">
              <a:rPr lang="ru-RU" smtClean="0"/>
              <a:t>12.03.2024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FC2C-15E7-4B47-A684-18D81DFD99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114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2EFD6-22A2-4255-936C-909DAB11ACD0}" type="datetimeFigureOut">
              <a:rPr lang="ru-RU" smtClean="0"/>
              <a:t>12.03.2024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FC2C-15E7-4B47-A684-18D81DFD99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7284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2EFD6-22A2-4255-936C-909DAB11ACD0}" type="datetimeFigureOut">
              <a:rPr lang="ru-RU" smtClean="0"/>
              <a:t>12.03.2024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FC2C-15E7-4B47-A684-18D81DFD99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9776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2EFD6-22A2-4255-936C-909DAB11ACD0}" type="datetimeFigureOut">
              <a:rPr lang="ru-RU" smtClean="0"/>
              <a:t>12.03.2024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FC2C-15E7-4B47-A684-18D81DFD99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761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2EFD6-22A2-4255-936C-909DAB11ACD0}" type="datetimeFigureOut">
              <a:rPr lang="ru-RU" smtClean="0"/>
              <a:t>12.03.2024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FC2C-15E7-4B47-A684-18D81DFD99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3951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B2EFD6-22A2-4255-936C-909DAB11ACD0}" type="datetimeFigureOut">
              <a:rPr lang="ru-RU" smtClean="0"/>
              <a:t>12.03.2024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9FC2C-15E7-4B47-A684-18D81DFD99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483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835020" y="3050904"/>
            <a:ext cx="98040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Solving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Gauss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’s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825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377461" y="962689"/>
            <a:ext cx="957775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Suppose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whose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determinant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nonzero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397" y="1661275"/>
            <a:ext cx="5105784" cy="2594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270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236784" y="810795"/>
            <a:ext cx="9806353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essence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Gauss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’s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exclusion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excluded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starting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excluded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starting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third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remains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sequentially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exclude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direct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Gauss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’s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completing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forward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stroke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Gauss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found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xn-1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penultimate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found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calculating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moving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reverse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Gauss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578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152858" y="202031"/>
            <a:ext cx="9419493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Briefly</a:t>
            </a:r>
            <a:r>
              <a:rPr lang="ru-RU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describe</a:t>
            </a:r>
            <a:r>
              <a:rPr lang="ru-RU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ru-RU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excluding</a:t>
            </a:r>
            <a:r>
              <a:rPr lang="ru-RU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  <a:r>
              <a:rPr lang="ru-RU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lang="ru-RU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since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always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achieve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rearranging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Let's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exclude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x1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starting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multiplied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multiplied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third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multiplied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take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570" y="1796176"/>
            <a:ext cx="882366" cy="419486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881" y="4094247"/>
            <a:ext cx="643703" cy="73566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5753" y="4703478"/>
            <a:ext cx="583128" cy="79046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1879" y="5385986"/>
            <a:ext cx="644136" cy="82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034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955" y="476875"/>
            <a:ext cx="4235783" cy="217840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418" y="3921370"/>
            <a:ext cx="6498505" cy="981468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975952" y="2853021"/>
            <a:ext cx="10615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392" y="4928138"/>
            <a:ext cx="4689793" cy="100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62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289537" y="773613"/>
            <a:ext cx="977118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would have been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expressed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x1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substituted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x1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excluded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starting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289536" y="2789313"/>
            <a:ext cx="977118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similarly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figure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577" y="3845421"/>
            <a:ext cx="4980415" cy="257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337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53307" y="850483"/>
            <a:ext cx="933156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otherwise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rearrange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kth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Proceed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exclude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x2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third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multiplied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third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multiplied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fourth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one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multiplied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 n-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one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876" y="998636"/>
            <a:ext cx="1076370" cy="55449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553" y="1841230"/>
            <a:ext cx="777432" cy="47649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9923" y="3029716"/>
            <a:ext cx="715509" cy="90451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799" y="3823994"/>
            <a:ext cx="732292" cy="84495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5287" y="4482172"/>
            <a:ext cx="760205" cy="88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566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215" y="417889"/>
            <a:ext cx="4312130" cy="220221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75952" y="2853021"/>
            <a:ext cx="10615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2015" y="3554246"/>
            <a:ext cx="6635609" cy="92983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9215" y="4718345"/>
            <a:ext cx="5410431" cy="855978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201615" y="5808591"/>
            <a:ext cx="99677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x2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excluded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third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2544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324707" y="837420"/>
            <a:ext cx="95601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exclude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x3,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similarly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figure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314" y="1862763"/>
            <a:ext cx="4119908" cy="2059954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412630" y="4117063"/>
            <a:ext cx="947224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Continue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direct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Gauss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takes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398" y="4773074"/>
            <a:ext cx="3847824" cy="192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052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606062" y="824190"/>
            <a:ext cx="897987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reverse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Gauss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.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obtained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xn-1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penultimate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x1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594" y="1677186"/>
            <a:ext cx="1204975" cy="81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973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39850" y="835242"/>
            <a:ext cx="14494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439850" y="1503457"/>
            <a:ext cx="816441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Solve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Gauss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967" y="656801"/>
            <a:ext cx="3086201" cy="1969484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439850" y="3458108"/>
            <a:ext cx="13821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379246" y="3919773"/>
            <a:ext cx="942744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Exclude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x1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third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corresponding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third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multiplied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respectively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084" y="5131831"/>
            <a:ext cx="1178168" cy="706901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9850" y="5534114"/>
            <a:ext cx="1382110" cy="79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490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217" y="483401"/>
            <a:ext cx="6105106" cy="341472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217" y="4158290"/>
            <a:ext cx="3168475" cy="236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311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53307" y="909934"/>
            <a:ext cx="940190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Next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exclude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third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sides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sides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multiplied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0733" y="1476916"/>
            <a:ext cx="1420035" cy="130986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307" y="2110263"/>
            <a:ext cx="5077534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551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30215" y="945104"/>
            <a:ext cx="92788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this point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direct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Gauss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completed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reverse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x3: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215" y="2145433"/>
            <a:ext cx="1670624" cy="135738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430215" y="3345762"/>
            <a:ext cx="42578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8112" y="3081423"/>
            <a:ext cx="4190505" cy="842783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430215" y="4023306"/>
            <a:ext cx="95074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remaining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completes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reverse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Gauss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0839" y="4951760"/>
            <a:ext cx="5287023" cy="785043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1601784" y="5829411"/>
            <a:ext cx="12971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7024" y="5829411"/>
            <a:ext cx="2587273" cy="520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5467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66A608F25D1F8F4682A2ED8E4F61D5EB" ma:contentTypeVersion="4" ma:contentTypeDescription="Создание документа." ma:contentTypeScope="" ma:versionID="bfcdf37cabeaca29c494e90da22db467">
  <xsd:schema xmlns:xsd="http://www.w3.org/2001/XMLSchema" xmlns:xs="http://www.w3.org/2001/XMLSchema" xmlns:p="http://schemas.microsoft.com/office/2006/metadata/properties" xmlns:ns2="e320f0fe-ea68-44bc-81d2-dfe55e3139f4" targetNamespace="http://schemas.microsoft.com/office/2006/metadata/properties" ma:root="true" ma:fieldsID="61dd93179411ef9a8eea10745955bcbf" ns2:_="">
    <xsd:import namespace="e320f0fe-ea68-44bc-81d2-dfe55e3139f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20f0fe-ea68-44bc-81d2-dfe55e3139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511CB7-1944-43F8-9536-926468772FD8}"/>
</file>

<file path=customXml/itemProps2.xml><?xml version="1.0" encoding="utf-8"?>
<ds:datastoreItem xmlns:ds="http://schemas.openxmlformats.org/officeDocument/2006/customXml" ds:itemID="{A482FA8B-259F-4576-946F-4789BC819D4A}"/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709</Words>
  <Application>Microsoft Office PowerPoint</Application>
  <PresentationFormat>Широкоэкранный</PresentationFormat>
  <Paragraphs>33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Ким Гульнар Амангельдыевна</dc:creator>
  <cp:lastModifiedBy>Ким Гульнар Амангельдыевна </cp:lastModifiedBy>
  <cp:revision>11</cp:revision>
  <dcterms:created xsi:type="dcterms:W3CDTF">2024-03-07T05:04:34Z</dcterms:created>
  <dcterms:modified xsi:type="dcterms:W3CDTF">2024-03-12T04:45:02Z</dcterms:modified>
</cp:coreProperties>
</file>