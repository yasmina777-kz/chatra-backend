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F1"/>
    <a:srgbClr val="FFFFFF"/>
    <a:srgbClr val="D0A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465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71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504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51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50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588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96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1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78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44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46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69B46-83D5-44B0-BAE0-FE7AA679C254}" type="datetimeFigureOut">
              <a:rPr lang="ru-RU" smtClean="0"/>
              <a:t>28.03.2024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8FE18-C2E8-4DDB-941E-7ED5BC858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22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928789" y="2554221"/>
            <a:ext cx="51648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81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57222" y="1138059"/>
            <a:ext cx="95638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tabular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4).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449" y="2769709"/>
            <a:ext cx="4443407" cy="32934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036" y="3250962"/>
            <a:ext cx="852873" cy="89661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385241" y="3250962"/>
            <a:ext cx="29770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interpolating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370883" y="3651072"/>
            <a:ext cx="32124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646802" y="6125178"/>
            <a:ext cx="60708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4.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40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22717" y="810730"/>
            <a:ext cx="98743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arises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717" y="1598335"/>
            <a:ext cx="2317630" cy="3888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969" y="2565056"/>
            <a:ext cx="1483084" cy="58986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22717" y="3431918"/>
            <a:ext cx="98743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Geometrically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curve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curve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8)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5).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613" y="3590778"/>
            <a:ext cx="805788" cy="43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6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3298" y="708168"/>
            <a:ext cx="104724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816" y="1579723"/>
            <a:ext cx="5186422" cy="11124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429" y="2846791"/>
            <a:ext cx="5287195" cy="327857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228111" y="6079975"/>
            <a:ext cx="5199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5.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7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98428" y="409148"/>
            <a:ext cx="9960635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justified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tabular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becomes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cumbersome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impossible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smooth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xi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yi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6)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constantly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uniformly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spread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explained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566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616" y="893070"/>
            <a:ext cx="5980075" cy="41447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122098" y="5210681"/>
            <a:ext cx="97305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6.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approximating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80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84694" y="1845425"/>
            <a:ext cx="97363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approximating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66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94061" y="535639"/>
            <a:ext cx="35229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squares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46060" y="1656120"/>
            <a:ext cx="98130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3900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essence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537" y="2156070"/>
            <a:ext cx="1310675" cy="4146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172" y="1656120"/>
            <a:ext cx="304273" cy="42260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393" y="2736492"/>
            <a:ext cx="6365380" cy="86868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418587" y="3771000"/>
            <a:ext cx="96404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accompanied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0, 1, 2, ..., n),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924" y="3771000"/>
            <a:ext cx="304273" cy="42260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578" y="4160690"/>
            <a:ext cx="335816" cy="41577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2393" y="5137150"/>
            <a:ext cx="6945671" cy="74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68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81509" y="569192"/>
            <a:ext cx="94430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acssess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above-mentioned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932" y="2372850"/>
            <a:ext cx="1718101" cy="357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15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383445" y="639157"/>
            <a:ext cx="35732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approximation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20759" y="1811395"/>
            <a:ext cx="100986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describe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7)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238" y="3011724"/>
            <a:ext cx="6063187" cy="64901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20758" y="3820110"/>
            <a:ext cx="100986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squares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(9),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(11)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(10)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79" y="5135598"/>
            <a:ext cx="6706922" cy="105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00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423" y="840511"/>
            <a:ext cx="5550026" cy="413900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356523" y="5228409"/>
            <a:ext cx="3727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7.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605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4206" y="397141"/>
            <a:ext cx="91324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(12),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unknowns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compiled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97" y="858806"/>
            <a:ext cx="4525731" cy="145991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564256" y="2480735"/>
            <a:ext cx="55739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(13),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55" y="2825127"/>
            <a:ext cx="5508600" cy="156479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686106" y="4333496"/>
            <a:ext cx="6286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54" y="4794399"/>
            <a:ext cx="5198973" cy="181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60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288211" y="724944"/>
            <a:ext cx="97881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(15)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55" y="1748851"/>
            <a:ext cx="6415017" cy="195971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683" y="3901480"/>
            <a:ext cx="7298030" cy="174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04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22385" y="619519"/>
            <a:ext cx="1013316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tabular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screw-cutting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9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screw-cutting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705" y="3353316"/>
            <a:ext cx="9904083" cy="124620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477994" y="3408898"/>
            <a:ext cx="9044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22385" y="4810382"/>
            <a:ext cx="103354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screw-cutting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700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1247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053" y="189781"/>
            <a:ext cx="6880947" cy="397022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29755" y="4790781"/>
            <a:ext cx="100085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conclude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tabular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described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sufficient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(11).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regard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empirical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describing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425665" y="4275338"/>
            <a:ext cx="5860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9)</a:t>
            </a:r>
          </a:p>
        </p:txBody>
      </p:sp>
    </p:spTree>
    <p:extLst>
      <p:ext uri="{BB962C8B-B14F-4D97-AF65-F5344CB8AC3E}">
        <p14:creationId xmlns:p14="http://schemas.microsoft.com/office/powerpoint/2010/main" val="131732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53316" y="1070477"/>
            <a:ext cx="7810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convenience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rewrite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(16, 17):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217" y="2014083"/>
            <a:ext cx="5710699" cy="173336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495244" y="4141005"/>
            <a:ext cx="92705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illustrate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graphically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936" y="5087252"/>
            <a:ext cx="2929811" cy="48541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495244" y="5734892"/>
            <a:ext cx="7463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467" y="5734892"/>
            <a:ext cx="2366120" cy="45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19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29417" y="234129"/>
            <a:ext cx="954656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700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–N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15.78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9).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691" y="1764759"/>
            <a:ext cx="6715091" cy="363152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91394" y="5796390"/>
            <a:ext cx="104954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700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618691" y="5396280"/>
            <a:ext cx="67283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9.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constructed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Office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65084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6A608F25D1F8F4682A2ED8E4F61D5EB" ma:contentTypeVersion="4" ma:contentTypeDescription="Создание документа." ma:contentTypeScope="" ma:versionID="bfcdf37cabeaca29c494e90da22db467">
  <xsd:schema xmlns:xsd="http://www.w3.org/2001/XMLSchema" xmlns:xs="http://www.w3.org/2001/XMLSchema" xmlns:p="http://schemas.microsoft.com/office/2006/metadata/properties" xmlns:ns2="e320f0fe-ea68-44bc-81d2-dfe55e3139f4" targetNamespace="http://schemas.microsoft.com/office/2006/metadata/properties" ma:root="true" ma:fieldsID="61dd93179411ef9a8eea10745955bcbf" ns2:_="">
    <xsd:import namespace="e320f0fe-ea68-44bc-81d2-dfe55e3139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0f0fe-ea68-44bc-81d2-dfe55e313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B69F3F-DCA6-4EC1-8DA8-D1E339BF77C3}"/>
</file>

<file path=customXml/itemProps2.xml><?xml version="1.0" encoding="utf-8"?>
<ds:datastoreItem xmlns:ds="http://schemas.openxmlformats.org/officeDocument/2006/customXml" ds:itemID="{B131C125-9685-4767-AE4D-F1EBAE67F214}"/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846</Words>
  <Application>Microsoft Office PowerPoint</Application>
  <PresentationFormat>Широкоэкранный</PresentationFormat>
  <Paragraphs>49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Ким Гульнар Амангельдыевна </dc:creator>
  <cp:lastModifiedBy>Ким Гульнар Амангельдыевна </cp:lastModifiedBy>
  <cp:revision>12</cp:revision>
  <dcterms:created xsi:type="dcterms:W3CDTF">2024-03-19T03:46:54Z</dcterms:created>
  <dcterms:modified xsi:type="dcterms:W3CDTF">2024-03-28T04:48:39Z</dcterms:modified>
</cp:coreProperties>
</file>