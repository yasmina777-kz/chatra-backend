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2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46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81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82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7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25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16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52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85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71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2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8915D-3567-4A36-BBD6-9BDED2E32E55}" type="datetimeFigureOut">
              <a:rPr lang="ru-RU" smtClean="0"/>
              <a:t>17.02.2024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4D6DD-E31A-407B-A67F-AF5FA1D4B2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67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rcRect t="4816" b="48918"/>
          <a:stretch>
            <a:fillRect/>
          </a:stretch>
        </p:blipFill>
        <p:spPr>
          <a:xfrm>
            <a:off x="1868271" y="1371602"/>
            <a:ext cx="7120453" cy="417518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29908" y="659395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4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65384" y="1540805"/>
            <a:ext cx="91029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graphically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0.0001.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869" y="1540805"/>
            <a:ext cx="2105106" cy="30558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65384" y="2606881"/>
            <a:ext cx="94546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graphically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graph 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857" y="2960824"/>
            <a:ext cx="3414987" cy="33445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090" y="3314767"/>
            <a:ext cx="4643558" cy="32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90598" y="737526"/>
            <a:ext cx="106504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.                               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347" y="898907"/>
            <a:ext cx="3460968" cy="33857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09" y="1399245"/>
            <a:ext cx="2335212" cy="27473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573" y="2335695"/>
            <a:ext cx="3336463" cy="210960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98" y="4726216"/>
            <a:ext cx="908540" cy="36660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899137" y="4723489"/>
            <a:ext cx="9319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where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918" y="4795595"/>
            <a:ext cx="1291789" cy="26498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222849" y="4743420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(</a:t>
            </a:r>
            <a:r>
              <a:rPr lang="en-US" dirty="0" smtClean="0"/>
              <a:t>it</a:t>
            </a:r>
            <a:r>
              <a:rPr lang="ru-RU" dirty="0" smtClean="0"/>
              <a:t> </a:t>
            </a:r>
            <a:r>
              <a:rPr lang="ru-RU" dirty="0" err="1" smtClean="0"/>
              <a:t>can</a:t>
            </a:r>
            <a:r>
              <a:rPr lang="ru-RU" dirty="0" smtClean="0"/>
              <a:t> </a:t>
            </a:r>
            <a:r>
              <a:rPr lang="ru-RU" dirty="0" err="1" smtClean="0"/>
              <a:t>be</a:t>
            </a:r>
            <a:r>
              <a:rPr lang="ru-RU" dirty="0" smtClean="0"/>
              <a:t> </a:t>
            </a:r>
            <a:r>
              <a:rPr lang="ru-RU" dirty="0" err="1" smtClean="0"/>
              <a:t>checked</a:t>
            </a:r>
            <a:r>
              <a:rPr lang="ru-RU" dirty="0" smtClean="0"/>
              <a:t> </a:t>
            </a:r>
            <a:r>
              <a:rPr lang="ru-RU" dirty="0" err="1" smtClean="0"/>
              <a:t>graphically</a:t>
            </a:r>
            <a:r>
              <a:rPr lang="ru-RU" dirty="0" smtClean="0"/>
              <a:t>)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90597" y="5195080"/>
            <a:ext cx="106504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Since</a:t>
            </a:r>
            <a:r>
              <a:rPr lang="ru-RU" sz="2000" dirty="0" smtClean="0"/>
              <a:t>                                , </a:t>
            </a:r>
            <a:r>
              <a:rPr lang="ru-RU" sz="2000" dirty="0" err="1" smtClean="0"/>
              <a:t>let's</a:t>
            </a:r>
            <a:r>
              <a:rPr lang="ru-RU" sz="2000" dirty="0" smtClean="0"/>
              <a:t> </a:t>
            </a:r>
            <a:r>
              <a:rPr lang="ru-RU" sz="2000" dirty="0" err="1" smtClean="0"/>
              <a:t>use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formula</a:t>
            </a:r>
            <a:r>
              <a:rPr lang="ru-RU" sz="2000" dirty="0" smtClean="0"/>
              <a:t> (</a:t>
            </a:r>
            <a:r>
              <a:rPr lang="ru-RU" sz="2000" dirty="0" err="1" smtClean="0"/>
              <a:t>Slide</a:t>
            </a:r>
            <a:r>
              <a:rPr lang="ru-RU" sz="2000" dirty="0" smtClean="0"/>
              <a:t> 5 </a:t>
            </a:r>
            <a:r>
              <a:rPr lang="ru-RU" sz="2000" dirty="0" err="1" smtClean="0"/>
              <a:t>lecture</a:t>
            </a:r>
            <a:r>
              <a:rPr lang="ru-RU" sz="2000" dirty="0" smtClean="0"/>
              <a:t> 4), </a:t>
            </a:r>
            <a:r>
              <a:rPr lang="ru-RU" sz="2000" dirty="0" err="1" smtClean="0"/>
              <a:t>take</a:t>
            </a:r>
            <a:r>
              <a:rPr lang="ru-RU" sz="2000" dirty="0" smtClean="0"/>
              <a:t>                                .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calculations</a:t>
            </a:r>
            <a:r>
              <a:rPr lang="ru-RU" sz="2000" dirty="0" smtClean="0"/>
              <a:t> </a:t>
            </a:r>
            <a:r>
              <a:rPr lang="ru-RU" sz="2000" dirty="0" err="1" smtClean="0"/>
              <a:t>are</a:t>
            </a:r>
            <a:r>
              <a:rPr lang="ru-RU" sz="2000" dirty="0" smtClean="0"/>
              <a:t> </a:t>
            </a:r>
            <a:r>
              <a:rPr lang="ru-RU" sz="2000" dirty="0" err="1" smtClean="0"/>
              <a:t>given</a:t>
            </a:r>
            <a:r>
              <a:rPr lang="ru-RU" sz="2000" dirty="0" smtClean="0"/>
              <a:t> </a:t>
            </a:r>
            <a:r>
              <a:rPr lang="ru-RU" sz="2000" dirty="0" err="1" smtClean="0"/>
              <a:t>in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table</a:t>
            </a:r>
            <a:r>
              <a:rPr lang="ru-RU" sz="2000" dirty="0"/>
              <a:t> </a:t>
            </a:r>
            <a:r>
              <a:rPr lang="ru-RU" sz="2000" dirty="0" smtClean="0"/>
              <a:t>(</a:t>
            </a:r>
            <a:r>
              <a:rPr lang="en-US" sz="2000" dirty="0" smtClean="0"/>
              <a:t>look the next slide</a:t>
            </a:r>
            <a:r>
              <a:rPr lang="ru-RU" sz="2000" dirty="0" smtClean="0"/>
              <a:t>)</a:t>
            </a:r>
            <a:endParaRPr lang="ru-RU" sz="20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0681" y="5292909"/>
            <a:ext cx="1212272" cy="25611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2801" y="5293460"/>
            <a:ext cx="1318632" cy="2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2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816" y="492665"/>
            <a:ext cx="3253521" cy="210985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4403" y="3151946"/>
            <a:ext cx="107735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Since</a:t>
            </a:r>
            <a:r>
              <a:rPr lang="ru-RU" dirty="0" smtClean="0"/>
              <a:t>                                             , </a:t>
            </a:r>
            <a:r>
              <a:rPr lang="ru-RU" dirty="0" err="1" smtClean="0"/>
              <a:t>then</a:t>
            </a:r>
            <a:r>
              <a:rPr lang="ru-RU" dirty="0" smtClean="0"/>
              <a:t> </a:t>
            </a:r>
            <a:r>
              <a:rPr lang="ru-RU" dirty="0" err="1" smtClean="0"/>
              <a:t>we</a:t>
            </a:r>
            <a:r>
              <a:rPr lang="ru-RU" dirty="0" smtClean="0"/>
              <a:t> </a:t>
            </a:r>
            <a:r>
              <a:rPr lang="ru-RU" dirty="0" err="1" smtClean="0"/>
              <a:t>assume</a:t>
            </a:r>
            <a:r>
              <a:rPr lang="ru-RU" dirty="0" smtClean="0"/>
              <a:t>                                  </a:t>
            </a:r>
            <a:r>
              <a:rPr lang="ru-RU" dirty="0" err="1" smtClean="0"/>
              <a:t>I.e</a:t>
            </a:r>
            <a:r>
              <a:rPr lang="ru-RU" dirty="0" smtClean="0"/>
              <a:t>., </a:t>
            </a:r>
            <a:r>
              <a:rPr lang="ru-RU" dirty="0" err="1" smtClean="0"/>
              <a:t>we</a:t>
            </a:r>
            <a:r>
              <a:rPr lang="ru-RU" dirty="0" smtClean="0"/>
              <a:t> </a:t>
            </a:r>
            <a:r>
              <a:rPr lang="ru-RU" dirty="0" err="1" smtClean="0"/>
              <a:t>found</a:t>
            </a:r>
            <a:r>
              <a:rPr lang="ru-RU" dirty="0" smtClean="0"/>
              <a:t> 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root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equation</a:t>
            </a:r>
            <a:r>
              <a:rPr lang="ru-RU" dirty="0" smtClean="0"/>
              <a:t> </a:t>
            </a:r>
            <a:r>
              <a:rPr lang="ru-RU" dirty="0" err="1" smtClean="0"/>
              <a:t>with</a:t>
            </a:r>
            <a:r>
              <a:rPr lang="ru-RU" dirty="0" smtClean="0"/>
              <a:t> </a:t>
            </a:r>
            <a:r>
              <a:rPr lang="ru-RU" dirty="0" err="1" smtClean="0"/>
              <a:t>an</a:t>
            </a:r>
            <a:r>
              <a:rPr lang="ru-RU" dirty="0" smtClean="0"/>
              <a:t> </a:t>
            </a:r>
            <a:r>
              <a:rPr lang="ru-RU" dirty="0" err="1" smtClean="0"/>
              <a:t>accuracy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0.0001 </a:t>
            </a:r>
            <a:r>
              <a:rPr lang="ru-RU" dirty="0" err="1" smtClean="0"/>
              <a:t>in</a:t>
            </a:r>
            <a:r>
              <a:rPr lang="ru-RU" dirty="0" smtClean="0"/>
              <a:t> </a:t>
            </a:r>
            <a:r>
              <a:rPr lang="ru-RU" dirty="0" err="1" smtClean="0"/>
              <a:t>four</a:t>
            </a:r>
            <a:r>
              <a:rPr lang="ru-RU" dirty="0" smtClean="0"/>
              <a:t> </a:t>
            </a:r>
            <a:r>
              <a:rPr lang="ru-RU" dirty="0" err="1" smtClean="0"/>
              <a:t>steps</a:t>
            </a:r>
            <a:r>
              <a:rPr lang="ru-RU" dirty="0" smtClean="0"/>
              <a:t>. </a:t>
            </a:r>
          </a:p>
          <a:p>
            <a:endParaRPr lang="ru-RU" dirty="0"/>
          </a:p>
          <a:p>
            <a:r>
              <a:rPr lang="ru-RU" dirty="0" err="1" smtClean="0"/>
              <a:t>Answer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08" y="3009730"/>
            <a:ext cx="1526261" cy="43839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372" y="3151946"/>
            <a:ext cx="1289923" cy="36279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821" y="4013591"/>
            <a:ext cx="1283436" cy="33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0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80801" y="940750"/>
            <a:ext cx="7233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223" y="940750"/>
            <a:ext cx="1573430" cy="29421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80801" y="1608965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0.0001.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580801" y="2009075"/>
            <a:ext cx="8882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580801" y="2961069"/>
            <a:ext cx="39127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r>
              <a:rPr lang="ru-RU" dirty="0" smtClean="0"/>
              <a:t>. </a:t>
            </a:r>
            <a:r>
              <a:rPr lang="ru-RU" dirty="0" err="1" smtClean="0"/>
              <a:t>Separate</a:t>
            </a:r>
            <a:r>
              <a:rPr lang="ru-RU" dirty="0" smtClean="0"/>
              <a:t> 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roots</a:t>
            </a:r>
            <a:r>
              <a:rPr lang="ru-RU" dirty="0" smtClean="0"/>
              <a:t> </a:t>
            </a:r>
            <a:r>
              <a:rPr lang="ru-RU" dirty="0" err="1" smtClean="0"/>
              <a:t>graphically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41" y="3473661"/>
            <a:ext cx="4015590" cy="308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0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47799" y="802250"/>
            <a:ext cx="97887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first</a:t>
            </a:r>
            <a:r>
              <a:rPr lang="ru-RU" sz="2000" dirty="0" smtClean="0"/>
              <a:t> </a:t>
            </a:r>
            <a:r>
              <a:rPr lang="ru-RU" sz="2000" dirty="0" err="1" smtClean="0"/>
              <a:t>negative</a:t>
            </a:r>
            <a:r>
              <a:rPr lang="ru-RU" sz="2000" dirty="0" smtClean="0"/>
              <a:t> </a:t>
            </a:r>
            <a:r>
              <a:rPr lang="ru-RU" sz="2000" dirty="0" err="1" smtClean="0"/>
              <a:t>root</a:t>
            </a:r>
            <a:r>
              <a:rPr lang="ru-RU" sz="2000" dirty="0" smtClean="0"/>
              <a:t> </a:t>
            </a:r>
            <a:r>
              <a:rPr lang="ru-RU" sz="2000" dirty="0" err="1" smtClean="0"/>
              <a:t>is</a:t>
            </a:r>
            <a:r>
              <a:rPr lang="ru-RU" sz="2000" dirty="0" smtClean="0"/>
              <a:t> </a:t>
            </a:r>
            <a:r>
              <a:rPr lang="ru-RU" sz="2000" dirty="0" err="1" smtClean="0"/>
              <a:t>in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range</a:t>
            </a:r>
            <a:r>
              <a:rPr lang="ru-RU" sz="2000" dirty="0" smtClean="0"/>
              <a:t> [-2; -1]. </a:t>
            </a:r>
            <a:r>
              <a:rPr lang="ru-RU" sz="2000" dirty="0" err="1" smtClean="0"/>
              <a:t>Refine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root</a:t>
            </a:r>
            <a:r>
              <a:rPr lang="ru-RU" sz="2000" dirty="0" smtClean="0"/>
              <a:t> </a:t>
            </a:r>
            <a:r>
              <a:rPr lang="ru-RU" sz="2000" dirty="0" err="1" smtClean="0"/>
              <a:t>of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equation</a:t>
            </a:r>
            <a:r>
              <a:rPr lang="ru-RU" sz="2000" dirty="0" smtClean="0"/>
              <a:t> </a:t>
            </a:r>
            <a:r>
              <a:rPr lang="ru-RU" sz="2000" dirty="0" err="1" smtClean="0"/>
              <a:t>by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chord</a:t>
            </a:r>
            <a:r>
              <a:rPr lang="ru-RU" sz="2000" dirty="0" smtClean="0"/>
              <a:t> </a:t>
            </a:r>
            <a:r>
              <a:rPr lang="ru-RU" sz="2000" dirty="0" err="1" smtClean="0"/>
              <a:t>method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76" y="1845211"/>
            <a:ext cx="5550816" cy="134235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58876" y="3527392"/>
            <a:ext cx="2533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134" y="3435912"/>
            <a:ext cx="1558035" cy="45824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658876" y="4267328"/>
            <a:ext cx="1760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37" y="4279722"/>
            <a:ext cx="5054159" cy="38771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620326" y="4941676"/>
            <a:ext cx="1298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843" y="4941675"/>
            <a:ext cx="2658326" cy="40277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5922933" y="4941674"/>
            <a:ext cx="741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then</a:t>
            </a: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44" y="5585242"/>
            <a:ext cx="5249207" cy="5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0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52110" y="492768"/>
            <a:ext cx="1298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421" y="554690"/>
            <a:ext cx="3708390" cy="33818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591148" y="492768"/>
            <a:ext cx="741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then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141" y="1164923"/>
            <a:ext cx="5100407" cy="98039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52109" y="2403630"/>
            <a:ext cx="1298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421" y="2451265"/>
            <a:ext cx="3349348" cy="38014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410081" y="2403630"/>
            <a:ext cx="741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then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141" y="2831406"/>
            <a:ext cx="5149877" cy="1054794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952109" y="4251157"/>
            <a:ext cx="1298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421" y="4263618"/>
            <a:ext cx="3708390" cy="423816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591148" y="4263618"/>
            <a:ext cx="741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then</a:t>
            </a:r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9421" y="5064851"/>
            <a:ext cx="4807132" cy="1072179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952109" y="6137030"/>
            <a:ext cx="949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/>
              <a:t>Answer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2130" y="6237282"/>
            <a:ext cx="1427208" cy="37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631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A3861E-160C-4103-B55C-848542495421}"/>
</file>

<file path=customXml/itemProps2.xml><?xml version="1.0" encoding="utf-8"?>
<ds:datastoreItem xmlns:ds="http://schemas.openxmlformats.org/officeDocument/2006/customXml" ds:itemID="{9AE809F8-5E6A-4EE3-8A96-09E6B3887FB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Широкоэкранный</PresentationFormat>
  <Paragraphs>28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</dc:creator>
  <cp:lastModifiedBy>Ким Гульнар Амангельдыевна </cp:lastModifiedBy>
  <cp:revision>1</cp:revision>
  <dcterms:created xsi:type="dcterms:W3CDTF">2024-02-17T08:02:27Z</dcterms:created>
  <dcterms:modified xsi:type="dcterms:W3CDTF">2024-02-17T08:03:09Z</dcterms:modified>
</cp:coreProperties>
</file>