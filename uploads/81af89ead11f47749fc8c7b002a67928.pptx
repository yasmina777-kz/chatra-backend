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58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11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420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57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59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20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92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27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58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960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63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AE3C8-1440-4BDC-B22F-5BB8AFC7C3E2}" type="datetimeFigureOut">
              <a:rPr lang="ru-RU" smtClean="0"/>
              <a:t>16.02.2024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9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925528" y="1240436"/>
            <a:ext cx="19415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229997" y="3127602"/>
            <a:ext cx="1019734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15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331277" y="656778"/>
            <a:ext cx="6848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46825" y="1900562"/>
            <a:ext cx="104539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algn="just"/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curve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straight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abscissa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indent="719138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and         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719138" algn="just"/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chorus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557" y="2074709"/>
            <a:ext cx="819264" cy="25721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389" y="2088998"/>
            <a:ext cx="609685" cy="26673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643" y="2088998"/>
            <a:ext cx="628738" cy="22863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090" y="2904825"/>
            <a:ext cx="300706" cy="36607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8563" y="3270901"/>
            <a:ext cx="664889" cy="34778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901" y="3738063"/>
            <a:ext cx="653719" cy="33221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8045" y="3738063"/>
            <a:ext cx="673231" cy="38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3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46824" y="712830"/>
            <a:ext cx="107652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373" y="2372854"/>
            <a:ext cx="5258178" cy="358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88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83012" y="907384"/>
            <a:ext cx="1057072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clarifying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108" y="2214393"/>
            <a:ext cx="5781526" cy="381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2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77173" y="596098"/>
            <a:ext cx="1072636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chords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931" y="2185009"/>
            <a:ext cx="5352539" cy="355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3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8263" y="732287"/>
            <a:ext cx="104150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clarifying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698" y="2283895"/>
            <a:ext cx="6179378" cy="366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44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464220" y="676232"/>
            <a:ext cx="2752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261" y="1534389"/>
            <a:ext cx="4399140" cy="8975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04171" y="2766851"/>
            <a:ext cx="108106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smallest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modulus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narrow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493" y="2885088"/>
            <a:ext cx="405116" cy="35881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509" y="2940653"/>
            <a:ext cx="333422" cy="24768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351" y="3362140"/>
            <a:ext cx="544014" cy="3588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498" y="3295603"/>
            <a:ext cx="697140" cy="39836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6011" y="4894584"/>
            <a:ext cx="3877947" cy="59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4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77173" y="744785"/>
            <a:ext cx="1092091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Tangent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derivatives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nonzero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retain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satisfying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just"/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59" y="1530361"/>
            <a:ext cx="1515253" cy="45604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10" y="1601199"/>
            <a:ext cx="1696656" cy="40868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633" y="2047064"/>
            <a:ext cx="1102469" cy="50398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268" y="2457604"/>
            <a:ext cx="1092804" cy="35288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055" y="2486388"/>
            <a:ext cx="1190791" cy="29531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6946" y="2962909"/>
            <a:ext cx="326311" cy="45980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2000" y="2962909"/>
            <a:ext cx="1266443" cy="3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8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27370" y="729973"/>
            <a:ext cx="1016216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06" y="729973"/>
            <a:ext cx="349915" cy="49571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503" y="825407"/>
            <a:ext cx="1225849" cy="40027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859" y="1333974"/>
            <a:ext cx="913262" cy="40291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31" y="1244199"/>
            <a:ext cx="303190" cy="49268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627" y="1202295"/>
            <a:ext cx="414353" cy="57649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27370" y="2299633"/>
            <a:ext cx="10019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1120" y="2822853"/>
            <a:ext cx="4368921" cy="91256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27370" y="3735421"/>
            <a:ext cx="106290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corresponds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ordinate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chosen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4474" y="3877647"/>
            <a:ext cx="858854" cy="42238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6163" y="4754480"/>
            <a:ext cx="418152" cy="46140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6216" y="4370886"/>
            <a:ext cx="677112" cy="429706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1074150" y="5481695"/>
            <a:ext cx="25266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0804" y="5847554"/>
            <a:ext cx="3224487" cy="77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5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03114" y="479367"/>
            <a:ext cx="107198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tangent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28" y="1880431"/>
            <a:ext cx="5972114" cy="321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91183" y="788340"/>
            <a:ext cx="107847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Assuming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x=0, -10, -100, …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f(0)= -10000, f(-10)=-1050,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534" y="788340"/>
            <a:ext cx="4078124" cy="3091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156" y="1986556"/>
            <a:ext cx="2635482" cy="37144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91183" y="2358000"/>
            <a:ext cx="108200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narrow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f(-11)=3453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852" y="2358000"/>
            <a:ext cx="380608" cy="47575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008" y="2402195"/>
            <a:ext cx="2067051" cy="33294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518" y="2916245"/>
            <a:ext cx="2060793" cy="272752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791182" y="3360386"/>
            <a:ext cx="43450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and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7055" y="3506807"/>
            <a:ext cx="914554" cy="26626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6571" y="3438124"/>
            <a:ext cx="1205389" cy="322372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791182" y="4191383"/>
            <a:ext cx="10981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successive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8658" y="4363748"/>
            <a:ext cx="2446193" cy="19483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2536" y="4335490"/>
            <a:ext cx="920943" cy="221492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3649" y="4758657"/>
            <a:ext cx="1542262" cy="21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0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683" y="326447"/>
            <a:ext cx="7110061" cy="277938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35540" y="3319845"/>
            <a:ext cx="1097928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Stopping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n= 3,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t="15356"/>
          <a:stretch/>
        </p:blipFill>
        <p:spPr>
          <a:xfrm>
            <a:off x="7870332" y="3385226"/>
            <a:ext cx="3332765" cy="2918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705" y="3968886"/>
            <a:ext cx="1634994" cy="24351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151" y="3942416"/>
            <a:ext cx="3160347" cy="26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97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44102" y="545628"/>
            <a:ext cx="1049290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successive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approximations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equivalent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Repeating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152" y="1340170"/>
            <a:ext cx="1097360" cy="31353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588" y="1876198"/>
            <a:ext cx="4137030" cy="41953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105" y="2370565"/>
            <a:ext cx="365916" cy="54016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579" y="3464350"/>
            <a:ext cx="3997662" cy="36834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821" y="3983899"/>
            <a:ext cx="272662" cy="31161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3990" y="3926836"/>
            <a:ext cx="320192" cy="30685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2015" y="4335727"/>
            <a:ext cx="1097568" cy="31682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4579" y="4857660"/>
            <a:ext cx="2785266" cy="35679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8320" y="5438144"/>
            <a:ext cx="1062233" cy="321141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4902" y="5419510"/>
            <a:ext cx="1096716" cy="2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43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88460" y="771197"/>
            <a:ext cx="10706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geometrically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stairs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476" y="1353406"/>
            <a:ext cx="1287337" cy="37189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528" y="2555464"/>
            <a:ext cx="5154999" cy="356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33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57512" y="540045"/>
            <a:ext cx="7330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appearance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spiral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537" y="604165"/>
            <a:ext cx="1185318" cy="43669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385" y="1407600"/>
            <a:ext cx="4581020" cy="322276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24646" y="5226466"/>
            <a:ext cx="105123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self-correction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affect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995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27863" y="598411"/>
            <a:ext cx="56444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divergent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986" y="1121632"/>
            <a:ext cx="4341524" cy="382002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78985" y="4941652"/>
            <a:ext cx="10638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sufficient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380" y="5796647"/>
            <a:ext cx="3974736" cy="57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89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27370" y="712831"/>
            <a:ext cx="104539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smallest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modulus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316" y="1232716"/>
            <a:ext cx="856037" cy="4342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108" y="1304969"/>
            <a:ext cx="1227843" cy="28971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27370" y="2096470"/>
            <a:ext cx="31662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045" y="2835214"/>
            <a:ext cx="2841495" cy="70160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927370" y="3925270"/>
            <a:ext cx="92961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satisfied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908" y="4705094"/>
            <a:ext cx="2369632" cy="70348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927370" y="5665183"/>
            <a:ext cx="7561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5123" y="5726325"/>
            <a:ext cx="298427" cy="4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19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59822" y="384401"/>
            <a:ext cx="51219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Remarks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10475" y="1396079"/>
            <a:ext cx="4613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022" y="2012779"/>
            <a:ext cx="5620861" cy="47750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09974" y="2962902"/>
            <a:ext cx="110604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exactly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multiplicity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multiplicity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012" y="3378400"/>
            <a:ext cx="288497" cy="49214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915" y="3870543"/>
            <a:ext cx="5399719" cy="45331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09974" y="4400497"/>
            <a:ext cx="4903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conjugacy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09973" y="5243607"/>
            <a:ext cx="11216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319" y="5367760"/>
            <a:ext cx="1590255" cy="291345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0447" y="5334203"/>
            <a:ext cx="663246" cy="305304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440" y="6040550"/>
            <a:ext cx="1339757" cy="29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84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6A608F25D1F8F4682A2ED8E4F61D5EB" ma:contentTypeVersion="4" ma:contentTypeDescription="Создание документа." ma:contentTypeScope="" ma:versionID="bfcdf37cabeaca29c494e90da22db467">
  <xsd:schema xmlns:xsd="http://www.w3.org/2001/XMLSchema" xmlns:xs="http://www.w3.org/2001/XMLSchema" xmlns:p="http://schemas.microsoft.com/office/2006/metadata/properties" xmlns:ns2="e320f0fe-ea68-44bc-81d2-dfe55e3139f4" targetNamespace="http://schemas.microsoft.com/office/2006/metadata/properties" ma:root="true" ma:fieldsID="61dd93179411ef9a8eea10745955bcbf" ns2:_="">
    <xsd:import namespace="e320f0fe-ea68-44bc-81d2-dfe55e3139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0f0fe-ea68-44bc-81d2-dfe55e3139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5F7E09-9543-4F01-B48C-A1B887572D10}"/>
</file>

<file path=customXml/itemProps2.xml><?xml version="1.0" encoding="utf-8"?>
<ds:datastoreItem xmlns:ds="http://schemas.openxmlformats.org/officeDocument/2006/customXml" ds:itemID="{D1F89AF9-A771-456F-87A3-DEAC473E4E25}"/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752</Words>
  <Application>Microsoft Office PowerPoint</Application>
  <PresentationFormat>Широкоэкранный</PresentationFormat>
  <Paragraphs>59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Ким Гульнар Амангельдыевна</dc:creator>
  <cp:lastModifiedBy>Ким Гульнар Амангельдыевна </cp:lastModifiedBy>
  <cp:revision>18</cp:revision>
  <dcterms:created xsi:type="dcterms:W3CDTF">2024-02-13T03:40:29Z</dcterms:created>
  <dcterms:modified xsi:type="dcterms:W3CDTF">2024-02-16T08:22:05Z</dcterms:modified>
</cp:coreProperties>
</file>