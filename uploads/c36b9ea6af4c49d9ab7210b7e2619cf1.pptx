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-630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D532E-EFFD-4D52-B206-7CCC2C38D609}" type="datetimeFigureOut">
              <a:rPr lang="ru-RU" smtClean="0"/>
              <a:pPr/>
              <a:t>01.04.2024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863FF-F968-4594-AF5F-7B1DC735FD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7553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4863FF-F968-4594-AF5F-7B1DC735FD86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828465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A1166-67F1-4E12-A74F-F7B162A91389}" type="datetimeFigureOut">
              <a:rPr lang="ru-RU" smtClean="0"/>
              <a:pPr/>
              <a:t>01.04.2024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9E32-832D-45B0-B73C-E88EFCAF0B9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69474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A1166-67F1-4E12-A74F-F7B162A91389}" type="datetimeFigureOut">
              <a:rPr lang="ru-RU" smtClean="0"/>
              <a:pPr/>
              <a:t>01.04.2024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9E32-832D-45B0-B73C-E88EFCAF0B9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319789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A1166-67F1-4E12-A74F-F7B162A91389}" type="datetimeFigureOut">
              <a:rPr lang="ru-RU" smtClean="0"/>
              <a:pPr/>
              <a:t>01.04.2024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9E32-832D-45B0-B73C-E88EFCAF0B9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12686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A1166-67F1-4E12-A74F-F7B162A91389}" type="datetimeFigureOut">
              <a:rPr lang="ru-RU" smtClean="0"/>
              <a:pPr/>
              <a:t>01.04.2024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9E32-832D-45B0-B73C-E88EFCAF0B9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572164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A1166-67F1-4E12-A74F-F7B162A91389}" type="datetimeFigureOut">
              <a:rPr lang="ru-RU" smtClean="0"/>
              <a:pPr/>
              <a:t>01.04.2024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9E32-832D-45B0-B73C-E88EFCAF0B9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214062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A1166-67F1-4E12-A74F-F7B162A91389}" type="datetimeFigureOut">
              <a:rPr lang="ru-RU" smtClean="0"/>
              <a:pPr/>
              <a:t>01.04.2024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9E32-832D-45B0-B73C-E88EFCAF0B9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710267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A1166-67F1-4E12-A74F-F7B162A91389}" type="datetimeFigureOut">
              <a:rPr lang="ru-RU" smtClean="0"/>
              <a:pPr/>
              <a:t>01.04.2024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9E32-832D-45B0-B73C-E88EFCAF0B9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92563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A1166-67F1-4E12-A74F-F7B162A91389}" type="datetimeFigureOut">
              <a:rPr lang="ru-RU" smtClean="0"/>
              <a:pPr/>
              <a:t>01.04.2024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9E32-832D-45B0-B73C-E88EFCAF0B9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90512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A1166-67F1-4E12-A74F-F7B162A91389}" type="datetimeFigureOut">
              <a:rPr lang="ru-RU" smtClean="0"/>
              <a:pPr/>
              <a:t>01.04.2024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9E32-832D-45B0-B73C-E88EFCAF0B9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934562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A1166-67F1-4E12-A74F-F7B162A91389}" type="datetimeFigureOut">
              <a:rPr lang="ru-RU" smtClean="0"/>
              <a:pPr/>
              <a:t>01.04.2024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9E32-832D-45B0-B73C-E88EFCAF0B9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614766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A1166-67F1-4E12-A74F-F7B162A91389}" type="datetimeFigureOut">
              <a:rPr lang="ru-RU" smtClean="0"/>
              <a:pPr/>
              <a:t>01.04.2024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9E32-832D-45B0-B73C-E88EFCAF0B9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017074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A1166-67F1-4E12-A74F-F7B162A91389}" type="datetimeFigureOut">
              <a:rPr lang="ru-RU" smtClean="0"/>
              <a:pPr/>
              <a:t>01.04.2024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89E32-832D-45B0-B73C-E88EFCAF0B9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889634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82445" y="2036636"/>
            <a:ext cx="1106991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 AND APPROXIMATION METHODS</a:t>
            </a:r>
            <a:endParaRPr 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8879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12165" y="758019"/>
            <a:ext cx="1002964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discrete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Suppose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changing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(x0, x1,x2,...,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y=f(x) (y0, y1, y2.....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obtained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1).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012165" y="3244334"/>
            <a:ext cx="100296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306" y="4488930"/>
            <a:ext cx="9286690" cy="140353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94360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22716" y="758497"/>
            <a:ext cx="97018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23900"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necessary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y(x)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argument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xi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belonging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[x0, ...,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322715" y="2310297"/>
            <a:ext cx="970184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23900"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y(x)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obtain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it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1)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impossible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instead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easily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coincides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x0, x1, x2,...,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f(x),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963" y="4388268"/>
            <a:ext cx="5390905" cy="130516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014108" y="5693434"/>
            <a:ext cx="9364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358" y="5832413"/>
            <a:ext cx="2172778" cy="40236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48725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167441" y="359297"/>
            <a:ext cx="982261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23900"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x0, x1, x2, ...,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723900"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sought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degree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723900"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power, which is no greater than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unambiguously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various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723900"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Graphically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would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1).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057" y="3775617"/>
            <a:ext cx="3655377" cy="238498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612526" y="6179196"/>
            <a:ext cx="52325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1.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74624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034977" y="483881"/>
            <a:ext cx="35686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canonical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57994" y="1050890"/>
            <a:ext cx="63539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canonical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power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959" y="1633556"/>
            <a:ext cx="8248683" cy="631738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851517" y="2208752"/>
            <a:ext cx="106291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choice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power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curve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n-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power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passes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n+1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(2)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(1),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obtain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algebraic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(3)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9239" y="3486855"/>
            <a:ext cx="5833522" cy="206790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851517" y="5632529"/>
            <a:ext cx="111157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Solving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algebraic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994" y="6110413"/>
            <a:ext cx="2074709" cy="3593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2677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559705" y="466628"/>
            <a:ext cx="28528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092315" y="1635054"/>
            <a:ext cx="1003575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23900" algn="just"/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simplest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commonly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coordinates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i=0, 1, 2, ... n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rectilinear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segments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y(x)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polyline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723900"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polyline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generally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intervals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straight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passing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i-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straight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passing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557" y="2106985"/>
            <a:ext cx="753738" cy="41113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705" y="3576439"/>
            <a:ext cx="857684" cy="33561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125" y="4618814"/>
            <a:ext cx="1263073" cy="43255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438" y="4618814"/>
            <a:ext cx="784498" cy="36087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9225" y="5300912"/>
            <a:ext cx="3075008" cy="99637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98008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60185" y="587398"/>
            <a:ext cx="12442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448" y="1117538"/>
            <a:ext cx="5735124" cy="72851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448" y="2246062"/>
            <a:ext cx="5802083" cy="824941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118645" y="3833322"/>
            <a:ext cx="985415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23900"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argument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falls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(4)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12576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150188" y="586922"/>
            <a:ext cx="97881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23900" algn="just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according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4399" y="1967624"/>
            <a:ext cx="1002389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194" y="2862905"/>
            <a:ext cx="4394176" cy="320453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3601942" y="6054779"/>
            <a:ext cx="51026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2.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41297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218210" y="552893"/>
            <a:ext cx="4119782" cy="12618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3).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218210" y="1984878"/>
            <a:ext cx="9771843" cy="706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072" y="2861543"/>
            <a:ext cx="4324571" cy="915968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218209" y="4123752"/>
            <a:ext cx="8288099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= 1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= 3.2.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Solve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graphically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4501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70626" y="724466"/>
            <a:ext cx="104609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x=1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belongs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[0, 2],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i=1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above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(1, 2):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249" y="2145290"/>
            <a:ext cx="3536767" cy="168483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89248" y="4050624"/>
            <a:ext cx="103423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x=3.2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belongs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third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[3, 3.5],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i=3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(1, 2):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249" y="4881621"/>
            <a:ext cx="3767520" cy="167445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52954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59188" y="846190"/>
            <a:ext cx="6358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3).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138" y="1480451"/>
            <a:ext cx="5620200" cy="4554299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3757433" y="6034750"/>
            <a:ext cx="5222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3.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49301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623219" y="742674"/>
            <a:ext cx="47820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Lagrange interpolation polynomial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97793" y="1691580"/>
            <a:ext cx="61670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Lagrange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556" y="2223059"/>
            <a:ext cx="5867798" cy="99374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897793" y="3224572"/>
            <a:ext cx="48205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Lagrange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multiplier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017" y="3246663"/>
            <a:ext cx="738666" cy="47006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95" y="3838114"/>
            <a:ext cx="6759726" cy="1195318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040681" y="4848766"/>
            <a:ext cx="13965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4555" y="5033431"/>
            <a:ext cx="3264013" cy="135011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652327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39970" y="707214"/>
            <a:ext cx="96673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numerator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denominator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zero.In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expanded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Lagrange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written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606" y="707214"/>
            <a:ext cx="589906" cy="35394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160" y="1673892"/>
            <a:ext cx="6881361" cy="382976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468860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46670" y="845714"/>
            <a:ext cx="10098657" cy="16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Lagrange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7573" y="1544300"/>
            <a:ext cx="1044563" cy="49326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451" y="2037565"/>
            <a:ext cx="1807001" cy="688381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046669" y="2725947"/>
            <a:ext cx="95120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Lagrange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7573" y="2545783"/>
            <a:ext cx="808290" cy="821991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046669" y="3561556"/>
            <a:ext cx="76097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absolute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relative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23294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55803" y="483880"/>
            <a:ext cx="14803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055803" y="1259783"/>
            <a:ext cx="83642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corresponding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03" y="1863158"/>
            <a:ext cx="4028033" cy="72476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5083836" y="2035686"/>
            <a:ext cx="12939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4).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15344" y="2811589"/>
            <a:ext cx="102309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938" y="3866250"/>
            <a:ext cx="6520107" cy="151663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39554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16757" y="604651"/>
            <a:ext cx="41905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(4),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obtain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81" y="1325936"/>
            <a:ext cx="6691166" cy="1952101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127342" y="3458200"/>
            <a:ext cx="95120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Lagrange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7202" y="3278036"/>
            <a:ext cx="808290" cy="821991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595" y="4100027"/>
            <a:ext cx="7303897" cy="104131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80864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236452" y="793478"/>
            <a:ext cx="997788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compiling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corresponding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5).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9107" y="1578308"/>
            <a:ext cx="1030274" cy="373287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362974" y="2968289"/>
            <a:ext cx="969609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/>
          <a:srcRect t="7127"/>
          <a:stretch/>
        </p:blipFill>
        <p:spPr>
          <a:xfrm>
            <a:off x="1901269" y="3950898"/>
            <a:ext cx="8610137" cy="148374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00032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253704" y="707692"/>
            <a:ext cx="983986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absolute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measured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698" y="1738113"/>
            <a:ext cx="6135876" cy="47705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253704" y="2414590"/>
            <a:ext cx="99778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relative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ratio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absolute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698" y="3445011"/>
            <a:ext cx="6935449" cy="18353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61690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769596" y="708168"/>
            <a:ext cx="47323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Newton's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388962" y="1622568"/>
            <a:ext cx="70984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898" y="2315991"/>
            <a:ext cx="7184899" cy="44195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479087" y="2989704"/>
            <a:ext cx="94764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23900"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finite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723900"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finite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written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556" y="3338631"/>
            <a:ext cx="340584" cy="40545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171" y="4191312"/>
            <a:ext cx="2034809" cy="1795420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388962" y="5986732"/>
            <a:ext cx="95665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yi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corresponding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4407" y="5972814"/>
            <a:ext cx="492890" cy="41402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35793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108083" y="777179"/>
            <a:ext cx="48662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Finite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987" y="1238844"/>
            <a:ext cx="2832730" cy="1702734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108083" y="3035620"/>
            <a:ext cx="73509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Finite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231" y="3509137"/>
            <a:ext cx="3073869" cy="1772321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108083" y="5200019"/>
            <a:ext cx="100748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a0,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x=x0,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704" y="5221898"/>
            <a:ext cx="1375840" cy="32200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692" y="5221898"/>
            <a:ext cx="1364113" cy="489302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3373" y="6031016"/>
            <a:ext cx="1666001" cy="54433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685771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51694" y="673662"/>
            <a:ext cx="5735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311" y="785415"/>
            <a:ext cx="682145" cy="39659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353" y="1293764"/>
            <a:ext cx="3475431" cy="1233703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351694" y="2639220"/>
            <a:ext cx="54274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x=x2,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obtain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378" y="2639220"/>
            <a:ext cx="433407" cy="33709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7378" y="3100885"/>
            <a:ext cx="6446528" cy="2082724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351694" y="5572361"/>
            <a:ext cx="75961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5442" y="5257290"/>
            <a:ext cx="1537026" cy="878301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1351694" y="6135487"/>
            <a:ext cx="9364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4118" y="6135487"/>
            <a:ext cx="1324252" cy="44141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77990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46977" y="690915"/>
            <a:ext cx="42835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(5)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163" y="1359386"/>
            <a:ext cx="6659433" cy="16060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446977" y="3172291"/>
            <a:ext cx="69285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Newton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96995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81178" y="638680"/>
            <a:ext cx="99433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viscosity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water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p=f(T)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(table 6)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14400" y="2364440"/>
            <a:ext cx="96788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water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viscosity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745" y="3406131"/>
            <a:ext cx="8524712" cy="100629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081177" y="4816560"/>
            <a:ext cx="104954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Newton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 = 12 ° C.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42214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09720" y="263961"/>
            <a:ext cx="104437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finite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7).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56678" y="1072476"/>
            <a:ext cx="1069675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7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finite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80" y="1755374"/>
            <a:ext cx="6783997" cy="64880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81" y="2304069"/>
            <a:ext cx="6783996" cy="1222032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656677" y="3370040"/>
            <a:ext cx="66601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(6):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9833" y="3854224"/>
            <a:ext cx="5354890" cy="1953811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697469" y="5859210"/>
            <a:ext cx="108682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 = 12 ° C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density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997" y="6308677"/>
            <a:ext cx="1846602" cy="38152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0342838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460285" y="397617"/>
            <a:ext cx="52886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Newton's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305464" y="1397805"/>
            <a:ext cx="97190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written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082" y="2277213"/>
            <a:ext cx="7123886" cy="98022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305463" y="3433640"/>
            <a:ext cx="94430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Substitute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=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(7),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285" y="3485725"/>
            <a:ext cx="1653132" cy="34440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0921" y="3485725"/>
            <a:ext cx="1224836" cy="36341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7909" y="3878359"/>
            <a:ext cx="2013993" cy="489513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591146" y="4330796"/>
            <a:ext cx="6126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0774" y="4330796"/>
            <a:ext cx="1181362" cy="487547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6544" y="4235017"/>
            <a:ext cx="5890873" cy="668770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1608106" y="5531900"/>
            <a:ext cx="6126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2263" y="5624423"/>
            <a:ext cx="1113638" cy="438153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96544" y="4966873"/>
            <a:ext cx="6518108" cy="167546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2896777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103643" y="639157"/>
            <a:ext cx="7100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written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423" y="1100822"/>
            <a:ext cx="1821686" cy="118734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103643" y="2104693"/>
            <a:ext cx="101452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(7),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obtain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Newton's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962" y="3159976"/>
            <a:ext cx="7096477" cy="253345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195278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184693" y="569190"/>
            <a:ext cx="963283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7)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Newton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 = 90 ° C.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318" y="847377"/>
            <a:ext cx="1013286" cy="506643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1184692" y="2138850"/>
            <a:ext cx="86149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(8)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7: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175" y="2969847"/>
            <a:ext cx="6043865" cy="2637323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1184692" y="5592277"/>
            <a:ext cx="102366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 = 90 ° C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density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4588" y="6023889"/>
            <a:ext cx="1690730" cy="39938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987739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66A608F25D1F8F4682A2ED8E4F61D5EB" ma:contentTypeVersion="4" ma:contentTypeDescription="Создание документа." ma:contentTypeScope="" ma:versionID="bfcdf37cabeaca29c494e90da22db467">
  <xsd:schema xmlns:xsd="http://www.w3.org/2001/XMLSchema" xmlns:xs="http://www.w3.org/2001/XMLSchema" xmlns:p="http://schemas.microsoft.com/office/2006/metadata/properties" xmlns:ns2="e320f0fe-ea68-44bc-81d2-dfe55e3139f4" targetNamespace="http://schemas.microsoft.com/office/2006/metadata/properties" ma:root="true" ma:fieldsID="61dd93179411ef9a8eea10745955bcbf" ns2:_="">
    <xsd:import namespace="e320f0fe-ea68-44bc-81d2-dfe55e3139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20f0fe-ea68-44bc-81d2-dfe55e3139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579E14-E111-43DB-84DF-CC82034D9602}"/>
</file>

<file path=customXml/itemProps2.xml><?xml version="1.0" encoding="utf-8"?>
<ds:datastoreItem xmlns:ds="http://schemas.openxmlformats.org/officeDocument/2006/customXml" ds:itemID="{A673601D-1877-4974-8689-194735A95572}"/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1300</Words>
  <Application>Microsoft Office PowerPoint</Application>
  <PresentationFormat>Произвольный</PresentationFormat>
  <Paragraphs>107</Paragraphs>
  <Slides>27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28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Ким Гульнар Амангельдыевна </dc:creator>
  <cp:lastModifiedBy>gakim</cp:lastModifiedBy>
  <cp:revision>22</cp:revision>
  <dcterms:created xsi:type="dcterms:W3CDTF">2024-03-15T03:49:20Z</dcterms:created>
  <dcterms:modified xsi:type="dcterms:W3CDTF">2024-04-01T06:55:07Z</dcterms:modified>
</cp:coreProperties>
</file>