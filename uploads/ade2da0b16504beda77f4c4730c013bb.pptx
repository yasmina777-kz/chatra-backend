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2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3.xml" ContentType="application/vnd.openxmlformats-officedocument.presentationml.slide+xml"/>
  <Override PartName="/ppt/slides/slide1.xml" ContentType="application/vnd.openxmlformats-officedocument.presentationml.slide+xml"/>
  <Override PartName="/ppt/slides/slide12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1450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2F3D7-DE6C-42BD-B069-01566D439DE5}" type="datetimeFigureOut">
              <a:rPr lang="ru-RU" smtClean="0"/>
              <a:t>17.09.2024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94C8D-2F9C-4861-87F1-FC1227DEDF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6610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2F3D7-DE6C-42BD-B069-01566D439DE5}" type="datetimeFigureOut">
              <a:rPr lang="ru-RU" smtClean="0"/>
              <a:t>17.09.2024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94C8D-2F9C-4861-87F1-FC1227DEDF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9931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2F3D7-DE6C-42BD-B069-01566D439DE5}" type="datetimeFigureOut">
              <a:rPr lang="ru-RU" smtClean="0"/>
              <a:t>17.09.2024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94C8D-2F9C-4861-87F1-FC1227DEDF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325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2F3D7-DE6C-42BD-B069-01566D439DE5}" type="datetimeFigureOut">
              <a:rPr lang="ru-RU" smtClean="0"/>
              <a:t>17.09.2024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94C8D-2F9C-4861-87F1-FC1227DEDF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18325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2F3D7-DE6C-42BD-B069-01566D439DE5}" type="datetimeFigureOut">
              <a:rPr lang="ru-RU" smtClean="0"/>
              <a:t>17.09.2024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94C8D-2F9C-4861-87F1-FC1227DEDF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1544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2F3D7-DE6C-42BD-B069-01566D439DE5}" type="datetimeFigureOut">
              <a:rPr lang="ru-RU" smtClean="0"/>
              <a:t>17.09.2024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94C8D-2F9C-4861-87F1-FC1227DEDF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20949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2F3D7-DE6C-42BD-B069-01566D439DE5}" type="datetimeFigureOut">
              <a:rPr lang="ru-RU" smtClean="0"/>
              <a:t>17.09.2024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94C8D-2F9C-4861-87F1-FC1227DEDF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6734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2F3D7-DE6C-42BD-B069-01566D439DE5}" type="datetimeFigureOut">
              <a:rPr lang="ru-RU" smtClean="0"/>
              <a:t>17.09.2024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94C8D-2F9C-4861-87F1-FC1227DEDF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2453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2F3D7-DE6C-42BD-B069-01566D439DE5}" type="datetimeFigureOut">
              <a:rPr lang="ru-RU" smtClean="0"/>
              <a:t>17.09.2024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94C8D-2F9C-4861-87F1-FC1227DEDF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37811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2F3D7-DE6C-42BD-B069-01566D439DE5}" type="datetimeFigureOut">
              <a:rPr lang="ru-RU" smtClean="0"/>
              <a:t>17.09.2024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94C8D-2F9C-4861-87F1-FC1227DEDF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84341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2F3D7-DE6C-42BD-B069-01566D439DE5}" type="datetimeFigureOut">
              <a:rPr lang="ru-RU" smtClean="0"/>
              <a:t>17.09.2024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94C8D-2F9C-4861-87F1-FC1227DEDF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4703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E2F3D7-DE6C-42BD-B069-01566D439DE5}" type="datetimeFigureOut">
              <a:rPr lang="ru-RU" smtClean="0"/>
              <a:t>17.09.2024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F94C8D-2F9C-4861-87F1-FC1227DEDF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2678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Decision Structure and Boolean Logic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58938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99" y="476672"/>
            <a:ext cx="2830943" cy="576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412776"/>
            <a:ext cx="8424936" cy="130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611560" y="3013501"/>
            <a:ext cx="792088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/>
              <a:t>A control structure is a logical design that controls the order in which a set of statements execute. </a:t>
            </a:r>
            <a:endParaRPr lang="ru-RU" dirty="0"/>
          </a:p>
          <a:p>
            <a:pPr algn="just"/>
            <a:r>
              <a:rPr lang="en-US" dirty="0"/>
              <a:t>We have used only the simplest type of control structure: the sequence structure. A sequence structure is a set of statements that execute in the order in which they appear. For example, the following code is a sequence structure because the statements execute from top to bottom:</a:t>
            </a:r>
            <a:endParaRPr lang="ru-RU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262" y="4767827"/>
            <a:ext cx="5487898" cy="15652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49093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476672"/>
            <a:ext cx="7683254" cy="15841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2636912"/>
            <a:ext cx="5946254" cy="28261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80624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99" y="620688"/>
            <a:ext cx="6776753" cy="15121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988840"/>
            <a:ext cx="6696744" cy="47851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72731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476672"/>
            <a:ext cx="5256584" cy="422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268760"/>
            <a:ext cx="7926419" cy="12961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440" y="2659957"/>
            <a:ext cx="4089352" cy="127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7554" y="2654629"/>
            <a:ext cx="4227934" cy="13310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3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3985645"/>
            <a:ext cx="7926419" cy="1132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4" name="Picture 8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8113" y="3171825"/>
            <a:ext cx="1247775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5" name="Picture 9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192" y="5229200"/>
            <a:ext cx="1572175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6" name="Picture 10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712" y="5877272"/>
            <a:ext cx="1211967" cy="7957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31647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28600"/>
            <a:ext cx="7416824" cy="24466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031"/>
          <a:stretch/>
        </p:blipFill>
        <p:spPr bwMode="auto">
          <a:xfrm>
            <a:off x="1763688" y="2924944"/>
            <a:ext cx="6057056" cy="28892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62504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2074425"/>
            <a:ext cx="6840760" cy="4783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863"/>
          <a:stretch/>
        </p:blipFill>
        <p:spPr bwMode="auto">
          <a:xfrm>
            <a:off x="251519" y="260648"/>
            <a:ext cx="7462845" cy="15841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92136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332655"/>
            <a:ext cx="5832648" cy="10866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578" y="1401442"/>
            <a:ext cx="6804756" cy="315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532" y="4221088"/>
            <a:ext cx="7632848" cy="24425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84952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692696"/>
            <a:ext cx="7408096" cy="15121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296" y="2708920"/>
            <a:ext cx="7560840" cy="24925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18852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476672"/>
            <a:ext cx="6984776" cy="3024336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4005064"/>
            <a:ext cx="7704856" cy="17281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13219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188640"/>
            <a:ext cx="6486525" cy="1495425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4" y="1875656"/>
            <a:ext cx="4517281" cy="3024335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9712" y="4910632"/>
            <a:ext cx="1168877" cy="735386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3968" y="1772816"/>
            <a:ext cx="5178336" cy="401191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55976" y="2174007"/>
            <a:ext cx="4032448" cy="2632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91454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0"/>
            <a:ext cx="4680520" cy="2325401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4" y="2345220"/>
            <a:ext cx="4680520" cy="1853539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2040" y="188640"/>
            <a:ext cx="3960440" cy="2500166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2568" y="2510346"/>
            <a:ext cx="4179912" cy="1018354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8024" y="3346010"/>
            <a:ext cx="4344566" cy="4053753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113" y="5409095"/>
            <a:ext cx="3962400" cy="1438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2057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7824" y="116632"/>
            <a:ext cx="3400425" cy="41910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836712"/>
            <a:ext cx="2016224" cy="2118168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592" y="2708919"/>
            <a:ext cx="1656184" cy="963171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560" y="3672090"/>
            <a:ext cx="6696744" cy="542117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600" y="4214207"/>
            <a:ext cx="3240360" cy="2330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4154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802135AA69994B4F81C202DF52114CF6" ma:contentTypeVersion="4" ma:contentTypeDescription="Создание документа." ma:contentTypeScope="" ma:versionID="b363fc7a49124151e3329434dbeec020">
  <xsd:schema xmlns:xsd="http://www.w3.org/2001/XMLSchema" xmlns:xs="http://www.w3.org/2001/XMLSchema" xmlns:p="http://schemas.microsoft.com/office/2006/metadata/properties" xmlns:ns2="a31afbf2-e35a-471f-8fdc-e7b63f74a28f" targetNamespace="http://schemas.microsoft.com/office/2006/metadata/properties" ma:root="true" ma:fieldsID="a1f15b022357d4555d3a86648043892a" ns2:_="">
    <xsd:import namespace="a31afbf2-e35a-471f-8fdc-e7b63f74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31afbf2-e35a-471f-8fdc-e7b63f74a28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A62FF02-72D6-4FE4-A193-EBCDA8820AD1}"/>
</file>

<file path=customXml/itemProps2.xml><?xml version="1.0" encoding="utf-8"?>
<ds:datastoreItem xmlns:ds="http://schemas.openxmlformats.org/officeDocument/2006/customXml" ds:itemID="{6D8B9153-7188-4E9C-B752-05845F02619B}"/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76</Words>
  <Application>Microsoft Office PowerPoint</Application>
  <PresentationFormat>Экран (4:3)</PresentationFormat>
  <Paragraphs>3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6" baseType="lpstr">
      <vt:lpstr>Arial</vt:lpstr>
      <vt:lpstr>Calibri</vt:lpstr>
      <vt:lpstr>Тема Office</vt:lpstr>
      <vt:lpstr>Decision Structure and Boolean Logic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Ким Гульнар Амангельдыевна </cp:lastModifiedBy>
  <cp:revision>12</cp:revision>
  <dcterms:created xsi:type="dcterms:W3CDTF">2024-09-17T05:41:02Z</dcterms:created>
  <dcterms:modified xsi:type="dcterms:W3CDTF">2024-09-17T12:52:44Z</dcterms:modified>
</cp:coreProperties>
</file>